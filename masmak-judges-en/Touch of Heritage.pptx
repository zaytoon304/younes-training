
<file path=[Content_Types].xml><?xml version="1.0" encoding="utf-8"?>
<Types xmlns="http://schemas.openxmlformats.org/package/2006/content-types">
  <Default Extension="gif" ContentType="image/gif"/>
  <Default Extension="jpg" ContentType="image/jpg"/>
  <Default Extension="mp3" ContentType="audio/m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757558010"/>
      </p:ext>
    </p:extLst>
  </p:cSld>
  <p:clrMap bg1="lt1" tx1="dk1" bg2="lt2" tx2="dk2" accent1="accent1" accent2="accent2" accent3="accent3" accent4="accent4" accent5="accent5" accent6="accent6" hlink="hlink" folHlink="folHlink"/>
  <p:notesStyle>
    <a:lvl1pPr marL="0" algn="r" defTabSz="914400" rtl="1" eaLnBrk="1" latinLnBrk="0" hangingPunct="1">
      <a:defRPr sz="1200" kern="1200">
        <a:solidFill>
          <a:schemeClr val="tx1"/>
        </a:solidFill>
        <a:latin typeface="+mn-lt"/>
        <a:ea typeface="+mn-ea"/>
        <a:cs typeface="+mn-cs"/>
      </a:defRPr>
    </a:lvl1pPr>
    <a:lvl2pPr marL="457200" algn="r" defTabSz="914400" rtl="1" eaLnBrk="1" latinLnBrk="0" hangingPunct="1">
      <a:defRPr sz="1200" kern="1200">
        <a:solidFill>
          <a:schemeClr val="tx1"/>
        </a:solidFill>
        <a:latin typeface="+mn-lt"/>
        <a:ea typeface="+mn-ea"/>
        <a:cs typeface="+mn-cs"/>
      </a:defRPr>
    </a:lvl2pPr>
    <a:lvl3pPr marL="914400" algn="r" defTabSz="914400" rtl="1" eaLnBrk="1" latinLnBrk="0" hangingPunct="1">
      <a:defRPr sz="1200" kern="1200">
        <a:solidFill>
          <a:schemeClr val="tx1"/>
        </a:solidFill>
        <a:latin typeface="+mn-lt"/>
        <a:ea typeface="+mn-ea"/>
        <a:cs typeface="+mn-cs"/>
      </a:defRPr>
    </a:lvl3pPr>
    <a:lvl4pPr marL="1371600" algn="r" defTabSz="914400" rtl="1" eaLnBrk="1" latinLnBrk="0" hangingPunct="1">
      <a:defRPr sz="1200" kern="1200">
        <a:solidFill>
          <a:schemeClr val="tx1"/>
        </a:solidFill>
        <a:latin typeface="+mn-lt"/>
        <a:ea typeface="+mn-ea"/>
        <a:cs typeface="+mn-cs"/>
      </a:defRPr>
    </a:lvl4pPr>
    <a:lvl5pPr marL="1828800" algn="r" defTabSz="914400" rtl="1" eaLnBrk="1" latinLnBrk="0" hangingPunct="1">
      <a:defRPr sz="1200" kern="1200">
        <a:solidFill>
          <a:schemeClr val="tx1"/>
        </a:solidFill>
        <a:latin typeface="+mn-lt"/>
        <a:ea typeface="+mn-ea"/>
        <a:cs typeface="+mn-cs"/>
      </a:defRPr>
    </a:lvl5pPr>
    <a:lvl6pPr marL="2286000" algn="r" defTabSz="914400" rtl="1" eaLnBrk="1" latinLnBrk="0" hangingPunct="1">
      <a:defRPr sz="1200" kern="1200">
        <a:solidFill>
          <a:schemeClr val="tx1"/>
        </a:solidFill>
        <a:latin typeface="+mn-lt"/>
        <a:ea typeface="+mn-ea"/>
        <a:cs typeface="+mn-cs"/>
      </a:defRPr>
    </a:lvl6pPr>
    <a:lvl7pPr marL="2743200" algn="r" defTabSz="914400" rtl="1" eaLnBrk="1" latinLnBrk="0" hangingPunct="1">
      <a:defRPr sz="1200" kern="1200">
        <a:solidFill>
          <a:schemeClr val="tx1"/>
        </a:solidFill>
        <a:latin typeface="+mn-lt"/>
        <a:ea typeface="+mn-ea"/>
        <a:cs typeface="+mn-cs"/>
      </a:defRPr>
    </a:lvl7pPr>
    <a:lvl8pPr marL="3200400" algn="r" defTabSz="914400" rtl="1" eaLnBrk="1" latinLnBrk="0" hangingPunct="1">
      <a:defRPr sz="1200" kern="1200">
        <a:solidFill>
          <a:schemeClr val="tx1"/>
        </a:solidFill>
        <a:latin typeface="+mn-lt"/>
        <a:ea typeface="+mn-ea"/>
        <a:cs typeface="+mn-cs"/>
      </a:defRPr>
    </a:lvl8pPr>
    <a:lvl9pPr marL="3657600" algn="r" defTabSz="914400" rtl="1"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honorable judges. We are proud to present our project: Touch of Heritage — the fully interactive Masmak Fortress.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scene run: a visitor in a wheelchair in front of a camera. They look right with their eyes and the model turns, with a golden light wave around the turntable. They hold their gaze, the model stops, the face lights up in its color, and a sign-language video with audio narration starts on the screen. Turn the sound on to hear the narrator. Then ask: “Who is in control here?” The answer: only the visitor’s eyes. In the corner, a safety robot guards the exhibition.
🎬 المشهد يتحرك وحده أثناء العرض، وهو تفاعلي بالكامل في منصة جذور.</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Through field visits and talking with people with disabilities, the team noticed that heritage sites are rarely designed for everyone. The need is not three separate solutions, but one smart solution.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Motor: no buttons needing strength or precision. Hearing: a sign-language video. Visual: audio narration. This unified design is what sets the project apart from solutions that treat each disability separately.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Click each node to read its role. Then “Watch one glance”: eight steps from the camera to the sign-language video. Ask: “How many devices took part in one glance?” Four: the camera and computer, the Raspberry Pi, the ESP32 and the driver.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Press r right: the STEP LED blinks with every pulse, DIR is on, the model turns and a golden wave runs around it. Press s: EN goes HIGH and the face name appears. Change wait: bigger = slower. Then choose “Full ×1” and lower wait below 700: the motor loses steps and shakes. Microstepping makes the motion smooth for the eye to follow.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turn takes only one step, and loop calls it thousands of times. That keeps the ESP32 free to read new commands between steps.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Press each face: the turntable turns to it and the strip takes its color. Then “Turning wave”. Then “Interest reward”: an idea the team is developing, for when a visitor looks at a face for a long time. Raise the brightness to 255 and watch the current: that is why the team limited the brightness for safety.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changes before show! A common mistake: students set the colors, forget show, and see nothing.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Choose a face and watch the two bars: the audio is longer than the video! Without extension, the video ends, the screen goes black while the audio continues, and the deaf visitor loses the interpreter. This really happened to the team: differences of 2 to 11 seconds. Press “Extend with last frame”: the picture stays until the audio ends — one ffmpeg command, keeping the originals as a backup.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Popen does not wait for the program to finish, so video and audio play together and Python stays free for eye commands.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Press and hold “Look right”: r messages fly every 100 ms. Release: s messages. Now raise the loss to 40%, turn off the watchdog and repeat: sometimes the s messages are lost and the turntable keeps turning! The team found this in the logs: one lost message caused far more rotation than intended. Then turn the watchdog on: if no message arrives for more than a second, the turntable stops safely. Finally, “Cut the network” with the watchdog on.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does the watchdog work? Because the sender repeats the command continuously. So a long silence does not mean “keep going”, it means “something went wrong”. This is the fail-safe principle used in planes, trains and elevators.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Press “Calibrate” first. Then move the pointer right and left over the face: the pupil moves, the ratio changes, the command is r or l, and the fortress turns. Back to the center: s, and the face content starts. Move up: the gate, without turning. Press “Blink”: an instant safety stop. And “Long close”: “explain this face”. Finally, “Indices: documented”: the directions flip! The team really found that indices 468 and 473 were reversed compared to common sources.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0.08 margin is a “dead zone”: a natural forward gaze has small jitters that should not move the turntable. A deliberate long close (longer than a blink) means “explain this face”.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Press “Start the tour”: a welcome, then the chair moves forward and the distance sensor measures, then “explore mode”. Press and hold “Look right”: the fortress turns. Release: it stops, the face content starts, and the interest bar fills. Look at one face for a long time: celebration lights. Visit all four faces: the tour summary. These two features are in development by the team; the simulator shows how they will work.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difference between a robot that “responds to a command” and a robot that “makes a decision”.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scene run: a flame at the tower and a gas leak at the same moment. The leader goes to the fire itself (it carries the pump), and sends robot 2 to the gas (it carries the fan). They set off together, and when they finish, each one backs up to its place the same way. Two robots are faster than one robot handling both dangers in turn.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Try the three buttons: fire only (the leader goes and backs up, robot 2 keeps guard), then gas only (the leader stays and gives robot 2 permission), then both (the leader goes to the fire and orders robot 2 to the gas). Then move the sliders yourself.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order robot 2 before moving? The fire mission takes time; if we told robot 2 afterwards, the gas would wait for nothing. The order of two lines saves precious seconds.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“Fire A”: the leader (red) goes itself, puts out the fire, then backs up the same way, while robot 2 (blue) keeps guard. Then “Gas B”: the leader stays and sends a permission message to robot 2, which goes, runs the fan and returns. Then “Both”: gas in A and fire in B — the leader sends the order to robot 2 and sets off to the fire; they work at the same time, pump here and fan there, then each one returns to its place.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robot 2? It waits for the GO GAS message from the leader, then goes to the gas, runs the fan and backs up the same way. The decision belongs to the leader; the work is shared by both.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Judges love this table more than a feature list: it shows the team really built, made mistakes, understood, and fixed them.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We welcome your questions.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audio" Target="../media/media4.mp3"/><Relationship Id="rId13" Type="http://schemas.openxmlformats.org/officeDocument/2006/relationships/slideLayout" Target="../slideLayouts/slideLayout1.xml"/><Relationship Id="rId3" Type="http://schemas.microsoft.com/office/2007/relationships/media" Target="../media/media2.mp3"/><Relationship Id="rId7" Type="http://schemas.microsoft.com/office/2007/relationships/media" Target="../media/media4.mp3"/><Relationship Id="rId12" Type="http://schemas.openxmlformats.org/officeDocument/2006/relationships/audio" Target="../media/media6.mp3"/><Relationship Id="rId17" Type="http://schemas.openxmlformats.org/officeDocument/2006/relationships/image" Target="../media/image4.png"/><Relationship Id="rId2" Type="http://schemas.openxmlformats.org/officeDocument/2006/relationships/audio" Target="../media/media1.mp3"/><Relationship Id="rId16" Type="http://schemas.openxmlformats.org/officeDocument/2006/relationships/image" Target="../media/image3.gif"/><Relationship Id="rId1" Type="http://schemas.microsoft.com/office/2007/relationships/media" Target="../media/media1.mp3"/><Relationship Id="rId6" Type="http://schemas.openxmlformats.org/officeDocument/2006/relationships/audio" Target="../media/media3.mp3"/><Relationship Id="rId11" Type="http://schemas.microsoft.com/office/2007/relationships/media" Target="../media/media6.mp3"/><Relationship Id="rId5" Type="http://schemas.microsoft.com/office/2007/relationships/media" Target="../media/media3.mp3"/><Relationship Id="rId15" Type="http://schemas.openxmlformats.org/officeDocument/2006/relationships/image" Target="../media/image2.jpg"/><Relationship Id="rId10" Type="http://schemas.openxmlformats.org/officeDocument/2006/relationships/audio" Target="../media/media5.mp3"/><Relationship Id="rId4" Type="http://schemas.openxmlformats.org/officeDocument/2006/relationships/audio" Target="../media/media2.mp3"/><Relationship Id="rId9" Type="http://schemas.microsoft.com/office/2007/relationships/media" Target="../media/media5.mp3"/><Relationship Id="rId1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8" Type="http://schemas.openxmlformats.org/officeDocument/2006/relationships/image" Target="../media/image14.jpg"/><Relationship Id="rId3" Type="http://schemas.openxmlformats.org/officeDocument/2006/relationships/image" Target="../media/image9.jpg"/><Relationship Id="rId7" Type="http://schemas.openxmlformats.org/officeDocument/2006/relationships/image" Target="../media/image13.jp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12.jpg"/><Relationship Id="rId5" Type="http://schemas.openxmlformats.org/officeDocument/2006/relationships/image" Target="../media/image11.jpg"/><Relationship Id="rId4" Type="http://schemas.openxmlformats.org/officeDocument/2006/relationships/image" Target="../media/image10.jpg"/><Relationship Id="rId9" Type="http://schemas.openxmlformats.org/officeDocument/2006/relationships/image" Target="../media/image15.jpg"/></Relationships>
</file>

<file path=ppt/slides/_rels/slide8.xml.rels><?xml version="1.0" encoding="UTF-8" standalone="yes"?>
<Relationships xmlns="http://schemas.openxmlformats.org/package/2006/relationships"><Relationship Id="rId3" Type="http://schemas.openxmlformats.org/officeDocument/2006/relationships/image" Target="../media/image16.jp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8" Type="http://schemas.openxmlformats.org/officeDocument/2006/relationships/image" Target="../media/image22.jpg"/><Relationship Id="rId3" Type="http://schemas.openxmlformats.org/officeDocument/2006/relationships/image" Target="../media/image17.jpg"/><Relationship Id="rId7" Type="http://schemas.openxmlformats.org/officeDocument/2006/relationships/image" Target="../media/image21.jp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20.jpg"/><Relationship Id="rId5" Type="http://schemas.openxmlformats.org/officeDocument/2006/relationships/image" Target="../media/image19.jpg"/><Relationship Id="rId4" Type="http://schemas.openxmlformats.org/officeDocument/2006/relationships/image" Target="../media/image18.jpg"/><Relationship Id="rId9" Type="http://schemas.openxmlformats.org/officeDocument/2006/relationships/image" Target="../media/image23.jpg"/></Relationships>
</file>

<file path=ppt/slides/_rels/slide10.xml.rels><?xml version="1.0" encoding="UTF-8" standalone="yes"?>
<Relationships xmlns="http://schemas.openxmlformats.org/package/2006/relationships"><Relationship Id="rId3" Type="http://schemas.openxmlformats.org/officeDocument/2006/relationships/image" Target="../media/image24.jp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8" Type="http://schemas.openxmlformats.org/officeDocument/2006/relationships/image" Target="../media/image30.jpg"/><Relationship Id="rId3" Type="http://schemas.openxmlformats.org/officeDocument/2006/relationships/image" Target="../media/image25.jpg"/><Relationship Id="rId7" Type="http://schemas.openxmlformats.org/officeDocument/2006/relationships/image" Target="../media/image29.jp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28.jpg"/><Relationship Id="rId5" Type="http://schemas.openxmlformats.org/officeDocument/2006/relationships/image" Target="../media/image27.jpg"/><Relationship Id="rId4" Type="http://schemas.openxmlformats.org/officeDocument/2006/relationships/image" Target="../media/image26.jpg"/><Relationship Id="rId9" Type="http://schemas.openxmlformats.org/officeDocument/2006/relationships/image" Target="../media/image31.jpg"/></Relationships>
</file>

<file path=ppt/slides/_rels/slide12.xml.rels><?xml version="1.0" encoding="UTF-8" standalone="yes"?>
<Relationships xmlns="http://schemas.openxmlformats.org/package/2006/relationships"><Relationship Id="rId3" Type="http://schemas.openxmlformats.org/officeDocument/2006/relationships/image" Target="../media/image32.jp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8" Type="http://schemas.openxmlformats.org/officeDocument/2006/relationships/image" Target="../media/image38.jpg"/><Relationship Id="rId3" Type="http://schemas.openxmlformats.org/officeDocument/2006/relationships/image" Target="../media/image33.jpg"/><Relationship Id="rId7" Type="http://schemas.openxmlformats.org/officeDocument/2006/relationships/image" Target="../media/image37.jp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36.jpg"/><Relationship Id="rId5" Type="http://schemas.openxmlformats.org/officeDocument/2006/relationships/image" Target="../media/image35.jpg"/><Relationship Id="rId4" Type="http://schemas.openxmlformats.org/officeDocument/2006/relationships/image" Target="../media/image34.jpg"/></Relationships>
</file>

<file path=ppt/slides/_rels/slide14.xml.rels><?xml version="1.0" encoding="UTF-8" standalone="yes"?>
<Relationships xmlns="http://schemas.openxmlformats.org/package/2006/relationships"><Relationship Id="rId3" Type="http://schemas.openxmlformats.org/officeDocument/2006/relationships/image" Target="../media/image39.jp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8" Type="http://schemas.openxmlformats.org/officeDocument/2006/relationships/image" Target="../media/image45.jpg"/><Relationship Id="rId3" Type="http://schemas.openxmlformats.org/officeDocument/2006/relationships/image" Target="../media/image40.jpg"/><Relationship Id="rId7" Type="http://schemas.openxmlformats.org/officeDocument/2006/relationships/image" Target="../media/image44.jp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43.jpg"/><Relationship Id="rId5" Type="http://schemas.openxmlformats.org/officeDocument/2006/relationships/image" Target="../media/image42.jpg"/><Relationship Id="rId4" Type="http://schemas.openxmlformats.org/officeDocument/2006/relationships/image" Target="../media/image41.jpg"/><Relationship Id="rId9" Type="http://schemas.openxmlformats.org/officeDocument/2006/relationships/image" Target="../media/image46.jpg"/></Relationships>
</file>

<file path=ppt/slides/_rels/slide16.xml.rels><?xml version="1.0" encoding="UTF-8" standalone="yes"?>
<Relationships xmlns="http://schemas.openxmlformats.org/package/2006/relationships"><Relationship Id="rId3" Type="http://schemas.openxmlformats.org/officeDocument/2006/relationships/image" Target="../media/image47.jp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48.jp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49.jp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50.jp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8" Type="http://schemas.openxmlformats.org/officeDocument/2006/relationships/image" Target="../media/image56.jpg"/><Relationship Id="rId3" Type="http://schemas.openxmlformats.org/officeDocument/2006/relationships/image" Target="../media/image51.jpg"/><Relationship Id="rId7" Type="http://schemas.openxmlformats.org/officeDocument/2006/relationships/image" Target="../media/image55.jpg"/><Relationship Id="rId2" Type="http://schemas.openxmlformats.org/officeDocument/2006/relationships/notesSlide" Target="../notesSlides/notesSlide20.xml"/><Relationship Id="rId1" Type="http://schemas.openxmlformats.org/officeDocument/2006/relationships/slideLayout" Target="../slideLayouts/slideLayout1.xml"/><Relationship Id="rId6" Type="http://schemas.openxmlformats.org/officeDocument/2006/relationships/image" Target="../media/image54.jpg"/><Relationship Id="rId5" Type="http://schemas.openxmlformats.org/officeDocument/2006/relationships/image" Target="../media/image53.jpg"/><Relationship Id="rId10" Type="http://schemas.openxmlformats.org/officeDocument/2006/relationships/image" Target="../media/image58.jpg"/><Relationship Id="rId4" Type="http://schemas.openxmlformats.org/officeDocument/2006/relationships/image" Target="../media/image52.jpg"/><Relationship Id="rId9" Type="http://schemas.openxmlformats.org/officeDocument/2006/relationships/image" Target="../media/image57.jpg"/></Relationships>
</file>

<file path=ppt/slides/_rels/slide21.xml.rels><?xml version="1.0" encoding="UTF-8" standalone="yes"?>
<Relationships xmlns="http://schemas.openxmlformats.org/package/2006/relationships"><Relationship Id="rId3" Type="http://schemas.openxmlformats.org/officeDocument/2006/relationships/image" Target="../media/image59.jp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8" Type="http://schemas.openxmlformats.org/officeDocument/2006/relationships/image" Target="../media/image65.jpg"/><Relationship Id="rId3" Type="http://schemas.openxmlformats.org/officeDocument/2006/relationships/image" Target="../media/image60.jpg"/><Relationship Id="rId7" Type="http://schemas.openxmlformats.org/officeDocument/2006/relationships/image" Target="../media/image64.jpg"/><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image" Target="../media/image63.jpg"/><Relationship Id="rId5" Type="http://schemas.openxmlformats.org/officeDocument/2006/relationships/image" Target="../media/image62.jpg"/><Relationship Id="rId10" Type="http://schemas.openxmlformats.org/officeDocument/2006/relationships/image" Target="../media/image67.jpg"/><Relationship Id="rId4" Type="http://schemas.openxmlformats.org/officeDocument/2006/relationships/image" Target="../media/image61.jpg"/><Relationship Id="rId9" Type="http://schemas.openxmlformats.org/officeDocument/2006/relationships/image" Target="../media/image66.jpg"/></Relationships>
</file>

<file path=ppt/slides/_rels/slide23.xml.rels><?xml version="1.0" encoding="UTF-8" standalone="yes"?>
<Relationships xmlns="http://schemas.openxmlformats.org/package/2006/relationships"><Relationship Id="rId3" Type="http://schemas.openxmlformats.org/officeDocument/2006/relationships/image" Target="../media/image68.jp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69.jpg"/><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C:\Users\user\projects\younes-training\masmak-judges-en\.pptx-cache\s1.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C:\Users\user\projects\younes-training\masmak-judges-en\.pptx-cache\s2.jpg"/>
          <p:cNvPicPr>
            <a:picLocks noChangeAspect="1"/>
          </p:cNvPicPr>
          <p:nvPr/>
        </p:nvPicPr>
        <p:blipFill>
          <a:blip r:embed="rId15"/>
          <a:stretch>
            <a:fillRect/>
          </a:stretch>
        </p:blipFill>
        <p:spPr>
          <a:xfrm>
            <a:off x="0" y="0"/>
            <a:ext cx="12191695" cy="6858000"/>
          </a:xfrm>
          <a:prstGeom prst="rect">
            <a:avLst/>
          </a:prstGeom>
        </p:spPr>
      </p:pic>
      <p:pic>
        <p:nvPicPr>
          <p:cNvPr id="3" name="Image 1" descr="C:\Users\user\projects\younes-training\masmak-judges-en\.pptx-cache\s2.gif"/>
          <p:cNvPicPr>
            <a:picLocks noChangeAspect="1"/>
          </p:cNvPicPr>
          <p:nvPr/>
        </p:nvPicPr>
        <p:blipFill>
          <a:blip r:embed="rId16"/>
          <a:stretch>
            <a:fillRect/>
          </a:stretch>
        </p:blipFill>
        <p:spPr>
          <a:xfrm>
            <a:off x="825479" y="2063750"/>
            <a:ext cx="10540736" cy="3968750"/>
          </a:xfrm>
          <a:prstGeom prst="rect">
            <a:avLst/>
          </a:prstGeom>
        </p:spPr>
      </p:pic>
      <p:pic>
        <p:nvPicPr>
          <p:cNvPr id="5" name="audio-1">
            <a:hlinkClick r:id="" action="ppaction://media"/>
          </p:cNvPr>
          <p:cNvPicPr>
            <a:picLocks noChangeAspect="1"/>
          </p:cNvPicPr>
          <p:nvPr>
            <a:audioFile r:link="rId2"/>
            <p:extLst>
              <p:ext uri="{DAA4B4D4-6D71-4841-9C94-3DE7FCFB9230}">
                <p14:media xmlns:p14="http://schemas.microsoft.com/office/powerpoint/2010/main" r:embed="rId1"/>
              </p:ext>
            </p:extLst>
          </p:nvPr>
        </p:nvPicPr>
        <p:blipFill>
          <a:blip r:embed="rId17"/>
          <a:stretch>
            <a:fillRect/>
          </a:stretch>
        </p:blipFill>
        <p:spPr>
          <a:xfrm>
            <a:off x="3664454" y="1714500"/>
            <a:ext cx="965176" cy="311150"/>
          </a:xfrm>
          <a:prstGeom prst="rect">
            <a:avLst/>
          </a:prstGeom>
        </p:spPr>
      </p:pic>
      <p:pic>
        <p:nvPicPr>
          <p:cNvPr id="8" name="audio-2">
            <a:hlinkClick r:id="" action="ppaction://media"/>
          </p:cNvPr>
          <p:cNvPicPr>
            <a:picLocks noChangeAspect="1"/>
          </p:cNvPicPr>
          <p:nvPr>
            <a:audioFile r:link="rId4"/>
            <p:extLst>
              <p:ext uri="{DAA4B4D4-6D71-4841-9C94-3DE7FCFB9230}">
                <p14:media xmlns:p14="http://schemas.microsoft.com/office/powerpoint/2010/main" r:embed="rId3"/>
              </p:ext>
            </p:extLst>
          </p:nvPr>
        </p:nvPicPr>
        <p:blipFill>
          <a:blip r:embed="rId17"/>
          <a:stretch>
            <a:fillRect/>
          </a:stretch>
        </p:blipFill>
        <p:spPr>
          <a:xfrm>
            <a:off x="4693128" y="1714500"/>
            <a:ext cx="738863" cy="311150"/>
          </a:xfrm>
          <a:prstGeom prst="rect">
            <a:avLst/>
          </a:prstGeom>
        </p:spPr>
      </p:pic>
      <p:pic>
        <p:nvPicPr>
          <p:cNvPr id="11" name="audio-3">
            <a:hlinkClick r:id="" action="ppaction://media"/>
          </p:cNvPr>
          <p:cNvPicPr>
            <a:picLocks noChangeAspect="1"/>
          </p:cNvPicPr>
          <p:nvPr>
            <a:audioFile r:link="rId6"/>
            <p:extLst>
              <p:ext uri="{DAA4B4D4-6D71-4841-9C94-3DE7FCFB9230}">
                <p14:media xmlns:p14="http://schemas.microsoft.com/office/powerpoint/2010/main" r:embed="rId5"/>
              </p:ext>
            </p:extLst>
          </p:nvPr>
        </p:nvPicPr>
        <p:blipFill>
          <a:blip r:embed="rId17"/>
          <a:stretch>
            <a:fillRect/>
          </a:stretch>
        </p:blipFill>
        <p:spPr>
          <a:xfrm>
            <a:off x="5495490" y="1714500"/>
            <a:ext cx="683004" cy="311150"/>
          </a:xfrm>
          <a:prstGeom prst="rect">
            <a:avLst/>
          </a:prstGeom>
        </p:spPr>
      </p:pic>
      <p:pic>
        <p:nvPicPr>
          <p:cNvPr id="14" name="audio-4">
            <a:hlinkClick r:id="" action="ppaction://media"/>
          </p:cNvPr>
          <p:cNvPicPr>
            <a:picLocks noChangeAspect="1"/>
          </p:cNvPicPr>
          <p:nvPr>
            <a:audioFile r:link="rId8"/>
            <p:extLst>
              <p:ext uri="{DAA4B4D4-6D71-4841-9C94-3DE7FCFB9230}">
                <p14:media xmlns:p14="http://schemas.microsoft.com/office/powerpoint/2010/main" r:embed="rId7"/>
              </p:ext>
            </p:extLst>
          </p:nvPr>
        </p:nvPicPr>
        <p:blipFill>
          <a:blip r:embed="rId17"/>
          <a:stretch>
            <a:fillRect/>
          </a:stretch>
        </p:blipFill>
        <p:spPr>
          <a:xfrm>
            <a:off x="6241993" y="1714500"/>
            <a:ext cx="812978" cy="311150"/>
          </a:xfrm>
          <a:prstGeom prst="rect">
            <a:avLst/>
          </a:prstGeom>
        </p:spPr>
      </p:pic>
      <p:pic>
        <p:nvPicPr>
          <p:cNvPr id="17" name="audio-5">
            <a:hlinkClick r:id="" action="ppaction://media"/>
          </p:cNvPr>
          <p:cNvPicPr>
            <a:picLocks noChangeAspect="1"/>
          </p:cNvPicPr>
          <p:nvPr>
            <a:audioFile r:link="rId10"/>
            <p:extLst>
              <p:ext uri="{DAA4B4D4-6D71-4841-9C94-3DE7FCFB9230}">
                <p14:media xmlns:p14="http://schemas.microsoft.com/office/powerpoint/2010/main" r:embed="rId9"/>
              </p:ext>
            </p:extLst>
          </p:nvPr>
        </p:nvPicPr>
        <p:blipFill>
          <a:blip r:embed="rId17"/>
          <a:stretch>
            <a:fillRect/>
          </a:stretch>
        </p:blipFill>
        <p:spPr>
          <a:xfrm>
            <a:off x="7118469" y="1714500"/>
            <a:ext cx="723485" cy="311150"/>
          </a:xfrm>
          <a:prstGeom prst="rect">
            <a:avLst/>
          </a:prstGeom>
        </p:spPr>
      </p:pic>
      <p:pic>
        <p:nvPicPr>
          <p:cNvPr id="20" name="audio-6">
            <a:hlinkClick r:id="" action="ppaction://media"/>
          </p:cNvPr>
          <p:cNvPicPr>
            <a:picLocks noChangeAspect="1"/>
          </p:cNvPicPr>
          <p:nvPr>
            <a:audioFile r:link="rId12"/>
            <p:extLst>
              <p:ext uri="{DAA4B4D4-6D71-4841-9C94-3DE7FCFB9230}">
                <p14:media xmlns:p14="http://schemas.microsoft.com/office/powerpoint/2010/main" r:embed="rId11"/>
              </p:ext>
            </p:extLst>
          </p:nvPr>
        </p:nvPicPr>
        <p:blipFill>
          <a:blip r:embed="rId17"/>
          <a:stretch>
            <a:fillRect/>
          </a:stretch>
        </p:blipFill>
        <p:spPr>
          <a:xfrm>
            <a:off x="7905453" y="1714500"/>
            <a:ext cx="621788" cy="311150"/>
          </a:xfrm>
          <a:prstGeom prst="rect">
            <a:avLst/>
          </a:prstGeom>
        </p:spPr>
      </p:pic>
    </p:spTree>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5"/>
                    </p:tgtEl>
                  </p:cond>
                </p:stCondLst>
                <p:endSync evt="end" delay="0">
                  <p:rtn val="all"/>
                </p:endSync>
                <p:childTnLst>
                  <p:par>
                    <p:cTn id="3" fill="hold">
                      <p:stCondLst>
                        <p:cond delay="0"/>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5"/>
                                        </p:tgtEl>
                                      </p:cBhvr>
                                    </p:cmd>
                                  </p:childTnLst>
                                </p:cTn>
                              </p:par>
                            </p:childTnLst>
                          </p:cTn>
                        </p:par>
                      </p:childTnLst>
                    </p:cTn>
                  </p:par>
                </p:childTnLst>
              </p:cTn>
              <p:nextCondLst>
                <p:cond evt="onClick" delay="0">
                  <p:tgtEl>
                    <p:spTgt spid="5"/>
                  </p:tgtEl>
                </p:cond>
              </p:nextCondLst>
            </p:seq>
            <p:seq concurrent="1" nextAc="seek">
              <p:cTn id="7" restart="whenNotActive" fill="hold" evtFilter="cancelBubble" nodeType="interactiveSeq">
                <p:stCondLst>
                  <p:cond evt="onClick" delay="0">
                    <p:tgtEl>
                      <p:spTgt spid="8"/>
                    </p:tgtEl>
                  </p:cond>
                </p:stCondLst>
                <p:endSync evt="end" delay="0">
                  <p:rtn val="all"/>
                </p:endSync>
                <p:childTnLst>
                  <p:par>
                    <p:cTn id="8" fill="hold">
                      <p:stCondLst>
                        <p:cond delay="0"/>
                      </p:stCondLst>
                      <p:childTnLst>
                        <p:par>
                          <p:cTn id="9" fill="hold">
                            <p:stCondLst>
                              <p:cond delay="0"/>
                            </p:stCondLst>
                            <p:childTnLst>
                              <p:par>
                                <p:cTn id="10" presetID="1" presetClass="mediacall" presetSubtype="0" fill="hold" nodeType="clickEffect">
                                  <p:stCondLst>
                                    <p:cond delay="0"/>
                                  </p:stCondLst>
                                  <p:childTnLst>
                                    <p:cmd type="call" cmd="playFrom(0.0)">
                                      <p:cBhvr>
                                        <p:cTn id="11" dur="1" fill="hold"/>
                                        <p:tgtEl>
                                          <p:spTgt spid="8"/>
                                        </p:tgtEl>
                                      </p:cBhvr>
                                    </p:cmd>
                                  </p:childTnLst>
                                </p:cTn>
                              </p:par>
                            </p:childTnLst>
                          </p:cTn>
                        </p:par>
                      </p:childTnLst>
                    </p:cTn>
                  </p:par>
                </p:childTnLst>
              </p:cTn>
              <p:nextCondLst>
                <p:cond evt="onClick" delay="0">
                  <p:tgtEl>
                    <p:spTgt spid="8"/>
                  </p:tgtEl>
                </p:cond>
              </p:nextCondLst>
            </p:seq>
            <p:seq concurrent="1" nextAc="seek">
              <p:cTn id="12" restart="whenNotActive" fill="hold" evtFilter="cancelBubble" nodeType="interactiveSeq">
                <p:stCondLst>
                  <p:cond evt="onClick" delay="0">
                    <p:tgtEl>
                      <p:spTgt spid="11"/>
                    </p:tgtEl>
                  </p:cond>
                </p:stCondLst>
                <p:endSync evt="end" delay="0">
                  <p:rtn val="all"/>
                </p:endSync>
                <p:childTnLst>
                  <p:par>
                    <p:cTn id="13" fill="hold">
                      <p:stCondLst>
                        <p:cond delay="0"/>
                      </p:stCondLst>
                      <p:childTnLst>
                        <p:par>
                          <p:cTn id="14" fill="hold">
                            <p:stCondLst>
                              <p:cond delay="0"/>
                            </p:stCondLst>
                            <p:childTnLst>
                              <p:par>
                                <p:cTn id="15" presetID="1" presetClass="mediacall" presetSubtype="0" fill="hold" nodeType="clickEffect">
                                  <p:stCondLst>
                                    <p:cond delay="0"/>
                                  </p:stCondLst>
                                  <p:childTnLst>
                                    <p:cmd type="call" cmd="playFrom(0.0)">
                                      <p:cBhvr>
                                        <p:cTn id="16" dur="1" fill="hold"/>
                                        <p:tgtEl>
                                          <p:spTgt spid="11"/>
                                        </p:tgtEl>
                                      </p:cBhvr>
                                    </p:cmd>
                                  </p:childTnLst>
                                </p:cTn>
                              </p:par>
                            </p:childTnLst>
                          </p:cTn>
                        </p:par>
                      </p:childTnLst>
                    </p:cTn>
                  </p:par>
                </p:childTnLst>
              </p:cTn>
              <p:nextCondLst>
                <p:cond evt="onClick" delay="0">
                  <p:tgtEl>
                    <p:spTgt spid="11"/>
                  </p:tgtEl>
                </p:cond>
              </p:nextCondLst>
            </p:seq>
            <p:seq concurrent="1" nextAc="seek">
              <p:cTn id="17" restart="whenNotActive" fill="hold" evtFilter="cancelBubble" nodeType="interactiveSeq">
                <p:stCondLst>
                  <p:cond evt="onClick" delay="0">
                    <p:tgtEl>
                      <p:spTgt spid="14"/>
                    </p:tgtEl>
                  </p:cond>
                </p:stCondLst>
                <p:endSync evt="end" delay="0">
                  <p:rtn val="all"/>
                </p:endSync>
                <p:childTnLst>
                  <p:par>
                    <p:cTn id="18" fill="hold">
                      <p:stCondLst>
                        <p:cond delay="0"/>
                      </p:stCondLst>
                      <p:childTnLst>
                        <p:par>
                          <p:cTn id="19" fill="hold">
                            <p:stCondLst>
                              <p:cond delay="0"/>
                            </p:stCondLst>
                            <p:childTnLst>
                              <p:par>
                                <p:cTn id="20" presetID="1" presetClass="mediacall" presetSubtype="0" fill="hold" nodeType="clickEffect">
                                  <p:stCondLst>
                                    <p:cond delay="0"/>
                                  </p:stCondLst>
                                  <p:childTnLst>
                                    <p:cmd type="call" cmd="playFrom(0.0)">
                                      <p:cBhvr>
                                        <p:cTn id="21" dur="1" fill="hold"/>
                                        <p:tgtEl>
                                          <p:spTgt spid="14"/>
                                        </p:tgtEl>
                                      </p:cBhvr>
                                    </p:cmd>
                                  </p:childTnLst>
                                </p:cTn>
                              </p:par>
                            </p:childTnLst>
                          </p:cTn>
                        </p:par>
                      </p:childTnLst>
                    </p:cTn>
                  </p:par>
                </p:childTnLst>
              </p:cTn>
              <p:nextCondLst>
                <p:cond evt="onClick" delay="0">
                  <p:tgtEl>
                    <p:spTgt spid="14"/>
                  </p:tgtEl>
                </p:cond>
              </p:nextCondLst>
            </p:seq>
            <p:seq concurrent="1" nextAc="seek">
              <p:cTn id="22" restart="whenNotActive" fill="hold" evtFilter="cancelBubble" nodeType="interactiveSeq">
                <p:stCondLst>
                  <p:cond evt="onClick" delay="0">
                    <p:tgtEl>
                      <p:spTgt spid="17"/>
                    </p:tgtEl>
                  </p:cond>
                </p:stCondLst>
                <p:endSync evt="end" delay="0">
                  <p:rtn val="all"/>
                </p:endSync>
                <p:childTnLst>
                  <p:par>
                    <p:cTn id="23" fill="hold">
                      <p:stCondLst>
                        <p:cond delay="0"/>
                      </p:stCondLst>
                      <p:childTnLst>
                        <p:par>
                          <p:cTn id="24" fill="hold">
                            <p:stCondLst>
                              <p:cond delay="0"/>
                            </p:stCondLst>
                            <p:childTnLst>
                              <p:par>
                                <p:cTn id="25" presetID="1" presetClass="mediacall" presetSubtype="0" fill="hold" nodeType="clickEffect">
                                  <p:stCondLst>
                                    <p:cond delay="0"/>
                                  </p:stCondLst>
                                  <p:childTnLst>
                                    <p:cmd type="call" cmd="playFrom(0.0)">
                                      <p:cBhvr>
                                        <p:cTn id="26" dur="1" fill="hold"/>
                                        <p:tgtEl>
                                          <p:spTgt spid="17"/>
                                        </p:tgtEl>
                                      </p:cBhvr>
                                    </p:cmd>
                                  </p:childTnLst>
                                </p:cTn>
                              </p:par>
                            </p:childTnLst>
                          </p:cTn>
                        </p:par>
                      </p:childTnLst>
                    </p:cTn>
                  </p:par>
                </p:childTnLst>
              </p:cTn>
              <p:nextCondLst>
                <p:cond evt="onClick" delay="0">
                  <p:tgtEl>
                    <p:spTgt spid="17"/>
                  </p:tgtEl>
                </p:cond>
              </p:nextCondLst>
            </p:seq>
            <p:seq concurrent="1" nextAc="seek">
              <p:cTn id="27" restart="whenNotActive" fill="hold" evtFilter="cancelBubble" nodeType="interactiveSeq">
                <p:stCondLst>
                  <p:cond evt="onClick" delay="0">
                    <p:tgtEl>
                      <p:spTgt spid="20"/>
                    </p:tgtEl>
                  </p:cond>
                </p:stCondLst>
                <p:endSync evt="end" delay="0">
                  <p:rtn val="all"/>
                </p:endSync>
                <p:childTnLst>
                  <p:par>
                    <p:cTn id="28" fill="hold">
                      <p:stCondLst>
                        <p:cond delay="0"/>
                      </p:stCondLst>
                      <p:childTnLst>
                        <p:par>
                          <p:cTn id="29" fill="hold">
                            <p:stCondLst>
                              <p:cond delay="0"/>
                            </p:stCondLst>
                            <p:childTnLst>
                              <p:par>
                                <p:cTn id="30" presetID="1" presetClass="mediacall" presetSubtype="0" fill="hold" nodeType="clickEffect">
                                  <p:stCondLst>
                                    <p:cond delay="0"/>
                                  </p:stCondLst>
                                  <p:childTnLst>
                                    <p:cmd type="call" cmd="playFrom(0.0)">
                                      <p:cBhvr>
                                        <p:cTn id="31" dur="1" fill="hold"/>
                                        <p:tgtEl>
                                          <p:spTgt spid="20"/>
                                        </p:tgtEl>
                                      </p:cBhvr>
                                    </p:cmd>
                                  </p:childTnLst>
                                </p:cTn>
                              </p:par>
                            </p:childTnLst>
                          </p:cTn>
                        </p:par>
                      </p:childTnLst>
                    </p:cTn>
                  </p:par>
                </p:childTnLst>
              </p:cTn>
              <p:nextCondLst>
                <p:cond evt="onClick" delay="0">
                  <p:tgtEl>
                    <p:spTgt spid="20"/>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C:\Users\user\projects\younes-training\masmak-judges-en\.pptx-cache\s3.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C:\Users\user\projects\younes-training\masmak-judges-en\.pptx-cache\s4.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C:\Users\user\projects\younes-training\masmak-judges-en\.pptx-cache\s5.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C:\Users\user\projects\younes-training\masmak-judges-en\.pptx-cache\s6.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C:\Users\user\projects\younes-training\masmak-judges-en\.pptx-cache\s7-0.jpg"/>
          <p:cNvPicPr>
            <a:picLocks noChangeAspect="1"/>
          </p:cNvPicPr>
          <p:nvPr/>
        </p:nvPicPr>
        <p:blipFill>
          <a:blip r:embed="rId3"/>
          <a:stretch>
            <a:fillRect/>
          </a:stretch>
        </p:blipFill>
        <p:spPr>
          <a:xfrm>
            <a:off x="0" y="0"/>
            <a:ext cx="12191695" cy="6858000"/>
          </a:xfrm>
          <a:prstGeom prst="rect">
            <a:avLst/>
          </a:prstGeom>
        </p:spPr>
      </p:pic>
      <p:pic>
        <p:nvPicPr>
          <p:cNvPr id="3" name="anim-g1-7" descr="C:\Users\user\projects\younes-training\masmak-judges-en\.pptx-cache\s7-1.jpg"/>
          <p:cNvPicPr>
            <a:picLocks noChangeAspect="1"/>
          </p:cNvPicPr>
          <p:nvPr/>
        </p:nvPicPr>
        <p:blipFill>
          <a:blip r:embed="rId4"/>
          <a:stretch>
            <a:fillRect/>
          </a:stretch>
        </p:blipFill>
        <p:spPr>
          <a:xfrm>
            <a:off x="0" y="0"/>
            <a:ext cx="12191695" cy="6858000"/>
          </a:xfrm>
          <a:prstGeom prst="rect">
            <a:avLst/>
          </a:prstGeom>
        </p:spPr>
      </p:pic>
      <p:pic>
        <p:nvPicPr>
          <p:cNvPr id="4" name="anim-g2-8" descr="C:\Users\user\projects\younes-training\masmak-judges-en\.pptx-cache\s7-2.jpg"/>
          <p:cNvPicPr>
            <a:picLocks noChangeAspect="1"/>
          </p:cNvPicPr>
          <p:nvPr/>
        </p:nvPicPr>
        <p:blipFill>
          <a:blip r:embed="rId5"/>
          <a:stretch>
            <a:fillRect/>
          </a:stretch>
        </p:blipFill>
        <p:spPr>
          <a:xfrm>
            <a:off x="0" y="0"/>
            <a:ext cx="12191695" cy="6858000"/>
          </a:xfrm>
          <a:prstGeom prst="rect">
            <a:avLst/>
          </a:prstGeom>
        </p:spPr>
      </p:pic>
      <p:pic>
        <p:nvPicPr>
          <p:cNvPr id="5" name="anim-g3-9" descr="C:\Users\user\projects\younes-training\masmak-judges-en\.pptx-cache\s7-3.jpg"/>
          <p:cNvPicPr>
            <a:picLocks noChangeAspect="1"/>
          </p:cNvPicPr>
          <p:nvPr/>
        </p:nvPicPr>
        <p:blipFill>
          <a:blip r:embed="rId6"/>
          <a:stretch>
            <a:fillRect/>
          </a:stretch>
        </p:blipFill>
        <p:spPr>
          <a:xfrm>
            <a:off x="0" y="0"/>
            <a:ext cx="12191695" cy="6858000"/>
          </a:xfrm>
          <a:prstGeom prst="rect">
            <a:avLst/>
          </a:prstGeom>
        </p:spPr>
      </p:pic>
      <p:pic>
        <p:nvPicPr>
          <p:cNvPr id="6" name="anim-g4-10" descr="C:\Users\user\projects\younes-training\masmak-judges-en\.pptx-cache\s7-4.jpg"/>
          <p:cNvPicPr>
            <a:picLocks noChangeAspect="1"/>
          </p:cNvPicPr>
          <p:nvPr/>
        </p:nvPicPr>
        <p:blipFill>
          <a:blip r:embed="rId7"/>
          <a:stretch>
            <a:fillRect/>
          </a:stretch>
        </p:blipFill>
        <p:spPr>
          <a:xfrm>
            <a:off x="0" y="0"/>
            <a:ext cx="12191695" cy="6858000"/>
          </a:xfrm>
          <a:prstGeom prst="rect">
            <a:avLst/>
          </a:prstGeom>
        </p:spPr>
      </p:pic>
      <p:pic>
        <p:nvPicPr>
          <p:cNvPr id="7" name="anim-g5-11" descr="C:\Users\user\projects\younes-training\masmak-judges-en\.pptx-cache\s7-5.jpg"/>
          <p:cNvPicPr>
            <a:picLocks noChangeAspect="1"/>
          </p:cNvPicPr>
          <p:nvPr/>
        </p:nvPicPr>
        <p:blipFill>
          <a:blip r:embed="rId8"/>
          <a:stretch>
            <a:fillRect/>
          </a:stretch>
        </p:blipFill>
        <p:spPr>
          <a:xfrm>
            <a:off x="0" y="0"/>
            <a:ext cx="12191695" cy="6858000"/>
          </a:xfrm>
          <a:prstGeom prst="rect">
            <a:avLst/>
          </a:prstGeom>
        </p:spPr>
      </p:pic>
      <p:pic>
        <p:nvPicPr>
          <p:cNvPr id="8" name="anim-g6-12" descr="C:\Users\user\projects\younes-training\masmak-judges-en\.pptx-cache\s7-6.jpg"/>
          <p:cNvPicPr>
            <a:picLocks noChangeAspect="1"/>
          </p:cNvPicPr>
          <p:nvPr/>
        </p:nvPicPr>
        <p:blipFill>
          <a:blip r:embed="rId9"/>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C:\Users\user\projects\younes-training\masmak-judges-en\.pptx-cache\s8.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C:\Users\user\projects\younes-training\masmak-judges-en\.pptx-cache\s9-0.jpg"/>
          <p:cNvPicPr>
            <a:picLocks noChangeAspect="1"/>
          </p:cNvPicPr>
          <p:nvPr/>
        </p:nvPicPr>
        <p:blipFill>
          <a:blip r:embed="rId3"/>
          <a:stretch>
            <a:fillRect/>
          </a:stretch>
        </p:blipFill>
        <p:spPr>
          <a:xfrm>
            <a:off x="0" y="0"/>
            <a:ext cx="12191695" cy="6858000"/>
          </a:xfrm>
          <a:prstGeom prst="rect">
            <a:avLst/>
          </a:prstGeom>
        </p:spPr>
      </p:pic>
      <p:pic>
        <p:nvPicPr>
          <p:cNvPr id="3" name="anim-g1-13" descr="C:\Users\user\projects\younes-training\masmak-judges-en\.pptx-cache\s9-1.jpg"/>
          <p:cNvPicPr>
            <a:picLocks noChangeAspect="1"/>
          </p:cNvPicPr>
          <p:nvPr/>
        </p:nvPicPr>
        <p:blipFill>
          <a:blip r:embed="rId4"/>
          <a:stretch>
            <a:fillRect/>
          </a:stretch>
        </p:blipFill>
        <p:spPr>
          <a:xfrm>
            <a:off x="0" y="0"/>
            <a:ext cx="12191695" cy="6858000"/>
          </a:xfrm>
          <a:prstGeom prst="rect">
            <a:avLst/>
          </a:prstGeom>
        </p:spPr>
      </p:pic>
      <p:pic>
        <p:nvPicPr>
          <p:cNvPr id="4" name="anim-g2-14" descr="C:\Users\user\projects\younes-training\masmak-judges-en\.pptx-cache\s9-2.jpg"/>
          <p:cNvPicPr>
            <a:picLocks noChangeAspect="1"/>
          </p:cNvPicPr>
          <p:nvPr/>
        </p:nvPicPr>
        <p:blipFill>
          <a:blip r:embed="rId5"/>
          <a:stretch>
            <a:fillRect/>
          </a:stretch>
        </p:blipFill>
        <p:spPr>
          <a:xfrm>
            <a:off x="0" y="0"/>
            <a:ext cx="12191695" cy="6858000"/>
          </a:xfrm>
          <a:prstGeom prst="rect">
            <a:avLst/>
          </a:prstGeom>
        </p:spPr>
      </p:pic>
      <p:pic>
        <p:nvPicPr>
          <p:cNvPr id="5" name="anim-g3-15" descr="C:\Users\user\projects\younes-training\masmak-judges-en\.pptx-cache\s9-3.jpg"/>
          <p:cNvPicPr>
            <a:picLocks noChangeAspect="1"/>
          </p:cNvPicPr>
          <p:nvPr/>
        </p:nvPicPr>
        <p:blipFill>
          <a:blip r:embed="rId6"/>
          <a:stretch>
            <a:fillRect/>
          </a:stretch>
        </p:blipFill>
        <p:spPr>
          <a:xfrm>
            <a:off x="0" y="0"/>
            <a:ext cx="12191695" cy="6858000"/>
          </a:xfrm>
          <a:prstGeom prst="rect">
            <a:avLst/>
          </a:prstGeom>
        </p:spPr>
      </p:pic>
      <p:pic>
        <p:nvPicPr>
          <p:cNvPr id="6" name="anim-g4-16" descr="C:\Users\user\projects\younes-training\masmak-judges-en\.pptx-cache\s9-4.jpg"/>
          <p:cNvPicPr>
            <a:picLocks noChangeAspect="1"/>
          </p:cNvPicPr>
          <p:nvPr/>
        </p:nvPicPr>
        <p:blipFill>
          <a:blip r:embed="rId7"/>
          <a:stretch>
            <a:fillRect/>
          </a:stretch>
        </p:blipFill>
        <p:spPr>
          <a:xfrm>
            <a:off x="0" y="0"/>
            <a:ext cx="12191695" cy="6858000"/>
          </a:xfrm>
          <a:prstGeom prst="rect">
            <a:avLst/>
          </a:prstGeom>
        </p:spPr>
      </p:pic>
      <p:pic>
        <p:nvPicPr>
          <p:cNvPr id="7" name="anim-g5-17" descr="C:\Users\user\projects\younes-training\masmak-judges-en\.pptx-cache\s9-5.jpg"/>
          <p:cNvPicPr>
            <a:picLocks noChangeAspect="1"/>
          </p:cNvPicPr>
          <p:nvPr/>
        </p:nvPicPr>
        <p:blipFill>
          <a:blip r:embed="rId8"/>
          <a:stretch>
            <a:fillRect/>
          </a:stretch>
        </p:blipFill>
        <p:spPr>
          <a:xfrm>
            <a:off x="0" y="0"/>
            <a:ext cx="12191695" cy="6858000"/>
          </a:xfrm>
          <a:prstGeom prst="rect">
            <a:avLst/>
          </a:prstGeom>
        </p:spPr>
      </p:pic>
      <p:pic>
        <p:nvPicPr>
          <p:cNvPr id="8" name="anim-g6-18" descr="C:\Users\user\projects\younes-training\masmak-judges-en\.pptx-cache\s9-6.jpg"/>
          <p:cNvPicPr>
            <a:picLocks noChangeAspect="1"/>
          </p:cNvPicPr>
          <p:nvPr/>
        </p:nvPicPr>
        <p:blipFill>
          <a:blip r:embed="rId9"/>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C:\Users\user\projects\younes-training\masmak-judges-en\.pptx-cache\s10.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C:\Users\user\projects\younes-training\masmak-judges-en\.pptx-cache\s11-0.jpg"/>
          <p:cNvPicPr>
            <a:picLocks noChangeAspect="1"/>
          </p:cNvPicPr>
          <p:nvPr/>
        </p:nvPicPr>
        <p:blipFill>
          <a:blip r:embed="rId3"/>
          <a:stretch>
            <a:fillRect/>
          </a:stretch>
        </p:blipFill>
        <p:spPr>
          <a:xfrm>
            <a:off x="0" y="0"/>
            <a:ext cx="12191695" cy="6858000"/>
          </a:xfrm>
          <a:prstGeom prst="rect">
            <a:avLst/>
          </a:prstGeom>
        </p:spPr>
      </p:pic>
      <p:pic>
        <p:nvPicPr>
          <p:cNvPr id="3" name="anim-g1-19" descr="C:\Users\user\projects\younes-training\masmak-judges-en\.pptx-cache\s11-1.jpg"/>
          <p:cNvPicPr>
            <a:picLocks noChangeAspect="1"/>
          </p:cNvPicPr>
          <p:nvPr/>
        </p:nvPicPr>
        <p:blipFill>
          <a:blip r:embed="rId4"/>
          <a:stretch>
            <a:fillRect/>
          </a:stretch>
        </p:blipFill>
        <p:spPr>
          <a:xfrm>
            <a:off x="0" y="0"/>
            <a:ext cx="12191695" cy="6858000"/>
          </a:xfrm>
          <a:prstGeom prst="rect">
            <a:avLst/>
          </a:prstGeom>
        </p:spPr>
      </p:pic>
      <p:pic>
        <p:nvPicPr>
          <p:cNvPr id="4" name="anim-g2-20" descr="C:\Users\user\projects\younes-training\masmak-judges-en\.pptx-cache\s11-2.jpg"/>
          <p:cNvPicPr>
            <a:picLocks noChangeAspect="1"/>
          </p:cNvPicPr>
          <p:nvPr/>
        </p:nvPicPr>
        <p:blipFill>
          <a:blip r:embed="rId5"/>
          <a:stretch>
            <a:fillRect/>
          </a:stretch>
        </p:blipFill>
        <p:spPr>
          <a:xfrm>
            <a:off x="0" y="0"/>
            <a:ext cx="12191695" cy="6858000"/>
          </a:xfrm>
          <a:prstGeom prst="rect">
            <a:avLst/>
          </a:prstGeom>
        </p:spPr>
      </p:pic>
      <p:pic>
        <p:nvPicPr>
          <p:cNvPr id="5" name="anim-g3-21" descr="C:\Users\user\projects\younes-training\masmak-judges-en\.pptx-cache\s11-3.jpg"/>
          <p:cNvPicPr>
            <a:picLocks noChangeAspect="1"/>
          </p:cNvPicPr>
          <p:nvPr/>
        </p:nvPicPr>
        <p:blipFill>
          <a:blip r:embed="rId6"/>
          <a:stretch>
            <a:fillRect/>
          </a:stretch>
        </p:blipFill>
        <p:spPr>
          <a:xfrm>
            <a:off x="0" y="0"/>
            <a:ext cx="12191695" cy="6858000"/>
          </a:xfrm>
          <a:prstGeom prst="rect">
            <a:avLst/>
          </a:prstGeom>
        </p:spPr>
      </p:pic>
      <p:pic>
        <p:nvPicPr>
          <p:cNvPr id="6" name="anim-g4-22" descr="C:\Users\user\projects\younes-training\masmak-judges-en\.pptx-cache\s11-4.jpg"/>
          <p:cNvPicPr>
            <a:picLocks noChangeAspect="1"/>
          </p:cNvPicPr>
          <p:nvPr/>
        </p:nvPicPr>
        <p:blipFill>
          <a:blip r:embed="rId7"/>
          <a:stretch>
            <a:fillRect/>
          </a:stretch>
        </p:blipFill>
        <p:spPr>
          <a:xfrm>
            <a:off x="0" y="0"/>
            <a:ext cx="12191695" cy="6858000"/>
          </a:xfrm>
          <a:prstGeom prst="rect">
            <a:avLst/>
          </a:prstGeom>
        </p:spPr>
      </p:pic>
      <p:pic>
        <p:nvPicPr>
          <p:cNvPr id="7" name="anim-g5-23" descr="C:\Users\user\projects\younes-training\masmak-judges-en\.pptx-cache\s11-5.jpg"/>
          <p:cNvPicPr>
            <a:picLocks noChangeAspect="1"/>
          </p:cNvPicPr>
          <p:nvPr/>
        </p:nvPicPr>
        <p:blipFill>
          <a:blip r:embed="rId8"/>
          <a:stretch>
            <a:fillRect/>
          </a:stretch>
        </p:blipFill>
        <p:spPr>
          <a:xfrm>
            <a:off x="0" y="0"/>
            <a:ext cx="12191695" cy="6858000"/>
          </a:xfrm>
          <a:prstGeom prst="rect">
            <a:avLst/>
          </a:prstGeom>
        </p:spPr>
      </p:pic>
      <p:pic>
        <p:nvPicPr>
          <p:cNvPr id="8" name="anim-g6-24" descr="C:\Users\user\projects\younes-training\masmak-judges-en\.pptx-cache\s11-6.jpg"/>
          <p:cNvPicPr>
            <a:picLocks noChangeAspect="1"/>
          </p:cNvPicPr>
          <p:nvPr/>
        </p:nvPicPr>
        <p:blipFill>
          <a:blip r:embed="rId9"/>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Image 0" descr="C:\Users\user\projects\younes-training\masmak-judges-en\.pptx-cache\s12.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C:\Users\user\projects\younes-training\masmak-judges-en\.pptx-cache\s13-0.jpg"/>
          <p:cNvPicPr>
            <a:picLocks noChangeAspect="1"/>
          </p:cNvPicPr>
          <p:nvPr/>
        </p:nvPicPr>
        <p:blipFill>
          <a:blip r:embed="rId3"/>
          <a:stretch>
            <a:fillRect/>
          </a:stretch>
        </p:blipFill>
        <p:spPr>
          <a:xfrm>
            <a:off x="0" y="0"/>
            <a:ext cx="12191695" cy="6858000"/>
          </a:xfrm>
          <a:prstGeom prst="rect">
            <a:avLst/>
          </a:prstGeom>
        </p:spPr>
      </p:pic>
      <p:pic>
        <p:nvPicPr>
          <p:cNvPr id="3" name="anim-g1-25" descr="C:\Users\user\projects\younes-training\masmak-judges-en\.pptx-cache\s13-1.jpg"/>
          <p:cNvPicPr>
            <a:picLocks noChangeAspect="1"/>
          </p:cNvPicPr>
          <p:nvPr/>
        </p:nvPicPr>
        <p:blipFill>
          <a:blip r:embed="rId4"/>
          <a:stretch>
            <a:fillRect/>
          </a:stretch>
        </p:blipFill>
        <p:spPr>
          <a:xfrm>
            <a:off x="0" y="0"/>
            <a:ext cx="12191695" cy="6858000"/>
          </a:xfrm>
          <a:prstGeom prst="rect">
            <a:avLst/>
          </a:prstGeom>
        </p:spPr>
      </p:pic>
      <p:pic>
        <p:nvPicPr>
          <p:cNvPr id="4" name="anim-g2-26" descr="C:\Users\user\projects\younes-training\masmak-judges-en\.pptx-cache\s13-2.jpg"/>
          <p:cNvPicPr>
            <a:picLocks noChangeAspect="1"/>
          </p:cNvPicPr>
          <p:nvPr/>
        </p:nvPicPr>
        <p:blipFill>
          <a:blip r:embed="rId5"/>
          <a:stretch>
            <a:fillRect/>
          </a:stretch>
        </p:blipFill>
        <p:spPr>
          <a:xfrm>
            <a:off x="0" y="0"/>
            <a:ext cx="12191695" cy="6858000"/>
          </a:xfrm>
          <a:prstGeom prst="rect">
            <a:avLst/>
          </a:prstGeom>
        </p:spPr>
      </p:pic>
      <p:pic>
        <p:nvPicPr>
          <p:cNvPr id="5" name="anim-g3-27" descr="C:\Users\user\projects\younes-training\masmak-judges-en\.pptx-cache\s13-3.jpg"/>
          <p:cNvPicPr>
            <a:picLocks noChangeAspect="1"/>
          </p:cNvPicPr>
          <p:nvPr/>
        </p:nvPicPr>
        <p:blipFill>
          <a:blip r:embed="rId6"/>
          <a:stretch>
            <a:fillRect/>
          </a:stretch>
        </p:blipFill>
        <p:spPr>
          <a:xfrm>
            <a:off x="0" y="0"/>
            <a:ext cx="12191695" cy="6858000"/>
          </a:xfrm>
          <a:prstGeom prst="rect">
            <a:avLst/>
          </a:prstGeom>
        </p:spPr>
      </p:pic>
      <p:pic>
        <p:nvPicPr>
          <p:cNvPr id="6" name="anim-g4-28" descr="C:\Users\user\projects\younes-training\masmak-judges-en\.pptx-cache\s13-4.jpg"/>
          <p:cNvPicPr>
            <a:picLocks noChangeAspect="1"/>
          </p:cNvPicPr>
          <p:nvPr/>
        </p:nvPicPr>
        <p:blipFill>
          <a:blip r:embed="rId7"/>
          <a:stretch>
            <a:fillRect/>
          </a:stretch>
        </p:blipFill>
        <p:spPr>
          <a:xfrm>
            <a:off x="0" y="0"/>
            <a:ext cx="12191695" cy="6858000"/>
          </a:xfrm>
          <a:prstGeom prst="rect">
            <a:avLst/>
          </a:prstGeom>
        </p:spPr>
      </p:pic>
      <p:pic>
        <p:nvPicPr>
          <p:cNvPr id="7" name="anim-g5-29" descr="C:\Users\user\projects\younes-training\masmak-judges-en\.pptx-cache\s13-5.jpg"/>
          <p:cNvPicPr>
            <a:picLocks noChangeAspect="1"/>
          </p:cNvPicPr>
          <p:nvPr/>
        </p:nvPicPr>
        <p:blipFill>
          <a:blip r:embed="rId8"/>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C:\Users\user\projects\younes-training\masmak-judges-en\.pptx-cache\s14.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Image 0" descr="C:\Users\user\projects\younes-training\masmak-judges-en\.pptx-cache\s15-0.jpg"/>
          <p:cNvPicPr>
            <a:picLocks noChangeAspect="1"/>
          </p:cNvPicPr>
          <p:nvPr/>
        </p:nvPicPr>
        <p:blipFill>
          <a:blip r:embed="rId3"/>
          <a:stretch>
            <a:fillRect/>
          </a:stretch>
        </p:blipFill>
        <p:spPr>
          <a:xfrm>
            <a:off x="0" y="0"/>
            <a:ext cx="12191695" cy="6858000"/>
          </a:xfrm>
          <a:prstGeom prst="rect">
            <a:avLst/>
          </a:prstGeom>
        </p:spPr>
      </p:pic>
      <p:pic>
        <p:nvPicPr>
          <p:cNvPr id="3" name="anim-g1-30" descr="C:\Users\user\projects\younes-training\masmak-judges-en\.pptx-cache\s15-1.jpg"/>
          <p:cNvPicPr>
            <a:picLocks noChangeAspect="1"/>
          </p:cNvPicPr>
          <p:nvPr/>
        </p:nvPicPr>
        <p:blipFill>
          <a:blip r:embed="rId4"/>
          <a:stretch>
            <a:fillRect/>
          </a:stretch>
        </p:blipFill>
        <p:spPr>
          <a:xfrm>
            <a:off x="0" y="0"/>
            <a:ext cx="12191695" cy="6858000"/>
          </a:xfrm>
          <a:prstGeom prst="rect">
            <a:avLst/>
          </a:prstGeom>
        </p:spPr>
      </p:pic>
      <p:pic>
        <p:nvPicPr>
          <p:cNvPr id="4" name="anim-g2-31" descr="C:\Users\user\projects\younes-training\masmak-judges-en\.pptx-cache\s15-2.jpg"/>
          <p:cNvPicPr>
            <a:picLocks noChangeAspect="1"/>
          </p:cNvPicPr>
          <p:nvPr/>
        </p:nvPicPr>
        <p:blipFill>
          <a:blip r:embed="rId5"/>
          <a:stretch>
            <a:fillRect/>
          </a:stretch>
        </p:blipFill>
        <p:spPr>
          <a:xfrm>
            <a:off x="0" y="0"/>
            <a:ext cx="12191695" cy="6858000"/>
          </a:xfrm>
          <a:prstGeom prst="rect">
            <a:avLst/>
          </a:prstGeom>
        </p:spPr>
      </p:pic>
      <p:pic>
        <p:nvPicPr>
          <p:cNvPr id="5" name="anim-g3-32" descr="C:\Users\user\projects\younes-training\masmak-judges-en\.pptx-cache\s15-3.jpg"/>
          <p:cNvPicPr>
            <a:picLocks noChangeAspect="1"/>
          </p:cNvPicPr>
          <p:nvPr/>
        </p:nvPicPr>
        <p:blipFill>
          <a:blip r:embed="rId6"/>
          <a:stretch>
            <a:fillRect/>
          </a:stretch>
        </p:blipFill>
        <p:spPr>
          <a:xfrm>
            <a:off x="0" y="0"/>
            <a:ext cx="12191695" cy="6858000"/>
          </a:xfrm>
          <a:prstGeom prst="rect">
            <a:avLst/>
          </a:prstGeom>
        </p:spPr>
      </p:pic>
      <p:pic>
        <p:nvPicPr>
          <p:cNvPr id="6" name="anim-g4-33" descr="C:\Users\user\projects\younes-training\masmak-judges-en\.pptx-cache\s15-4.jpg"/>
          <p:cNvPicPr>
            <a:picLocks noChangeAspect="1"/>
          </p:cNvPicPr>
          <p:nvPr/>
        </p:nvPicPr>
        <p:blipFill>
          <a:blip r:embed="rId7"/>
          <a:stretch>
            <a:fillRect/>
          </a:stretch>
        </p:blipFill>
        <p:spPr>
          <a:xfrm>
            <a:off x="0" y="0"/>
            <a:ext cx="12191695" cy="6858000"/>
          </a:xfrm>
          <a:prstGeom prst="rect">
            <a:avLst/>
          </a:prstGeom>
        </p:spPr>
      </p:pic>
      <p:pic>
        <p:nvPicPr>
          <p:cNvPr id="7" name="anim-g5-34" descr="C:\Users\user\projects\younes-training\masmak-judges-en\.pptx-cache\s15-5.jpg"/>
          <p:cNvPicPr>
            <a:picLocks noChangeAspect="1"/>
          </p:cNvPicPr>
          <p:nvPr/>
        </p:nvPicPr>
        <p:blipFill>
          <a:blip r:embed="rId8"/>
          <a:stretch>
            <a:fillRect/>
          </a:stretch>
        </p:blipFill>
        <p:spPr>
          <a:xfrm>
            <a:off x="0" y="0"/>
            <a:ext cx="12191695" cy="6858000"/>
          </a:xfrm>
          <a:prstGeom prst="rect">
            <a:avLst/>
          </a:prstGeom>
        </p:spPr>
      </p:pic>
      <p:pic>
        <p:nvPicPr>
          <p:cNvPr id="8" name="anim-g6-35" descr="C:\Users\user\projects\younes-training\masmak-judges-en\.pptx-cache\s15-6.jpg"/>
          <p:cNvPicPr>
            <a:picLocks noChangeAspect="1"/>
          </p:cNvPicPr>
          <p:nvPr/>
        </p:nvPicPr>
        <p:blipFill>
          <a:blip r:embed="rId9"/>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C:\Users\user\projects\younes-training\masmak-judges-en\.pptx-cache\s16.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descr="C:\Users\user\projects\younes-training\masmak-judges-en\.pptx-cache\s17.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Image 0" descr="C:\Users\user\projects\younes-training\masmak-judges-en\.pptx-cache\s18.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Image 0" descr="C:\Users\user\projects\younes-training\masmak-judges-en\.pptx-cache\s19.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Image 0" descr="C:\Users\user\projects\younes-training\masmak-judges-en\.pptx-cache\s20-0.jpg"/>
          <p:cNvPicPr>
            <a:picLocks noChangeAspect="1"/>
          </p:cNvPicPr>
          <p:nvPr/>
        </p:nvPicPr>
        <p:blipFill>
          <a:blip r:embed="rId3"/>
          <a:stretch>
            <a:fillRect/>
          </a:stretch>
        </p:blipFill>
        <p:spPr>
          <a:xfrm>
            <a:off x="0" y="0"/>
            <a:ext cx="12191695" cy="6858000"/>
          </a:xfrm>
          <a:prstGeom prst="rect">
            <a:avLst/>
          </a:prstGeom>
        </p:spPr>
      </p:pic>
      <p:pic>
        <p:nvPicPr>
          <p:cNvPr id="3" name="anim-g1-36" descr="C:\Users\user\projects\younes-training\masmak-judges-en\.pptx-cache\s20-1.jpg"/>
          <p:cNvPicPr>
            <a:picLocks noChangeAspect="1"/>
          </p:cNvPicPr>
          <p:nvPr/>
        </p:nvPicPr>
        <p:blipFill>
          <a:blip r:embed="rId4"/>
          <a:stretch>
            <a:fillRect/>
          </a:stretch>
        </p:blipFill>
        <p:spPr>
          <a:xfrm>
            <a:off x="0" y="0"/>
            <a:ext cx="12191695" cy="6858000"/>
          </a:xfrm>
          <a:prstGeom prst="rect">
            <a:avLst/>
          </a:prstGeom>
        </p:spPr>
      </p:pic>
      <p:pic>
        <p:nvPicPr>
          <p:cNvPr id="4" name="anim-g2-37" descr="C:\Users\user\projects\younes-training\masmak-judges-en\.pptx-cache\s20-2.jpg"/>
          <p:cNvPicPr>
            <a:picLocks noChangeAspect="1"/>
          </p:cNvPicPr>
          <p:nvPr/>
        </p:nvPicPr>
        <p:blipFill>
          <a:blip r:embed="rId5"/>
          <a:stretch>
            <a:fillRect/>
          </a:stretch>
        </p:blipFill>
        <p:spPr>
          <a:xfrm>
            <a:off x="0" y="0"/>
            <a:ext cx="12191695" cy="6858000"/>
          </a:xfrm>
          <a:prstGeom prst="rect">
            <a:avLst/>
          </a:prstGeom>
        </p:spPr>
      </p:pic>
      <p:pic>
        <p:nvPicPr>
          <p:cNvPr id="5" name="anim-g3-38" descr="C:\Users\user\projects\younes-training\masmak-judges-en\.pptx-cache\s20-3.jpg"/>
          <p:cNvPicPr>
            <a:picLocks noChangeAspect="1"/>
          </p:cNvPicPr>
          <p:nvPr/>
        </p:nvPicPr>
        <p:blipFill>
          <a:blip r:embed="rId6"/>
          <a:stretch>
            <a:fillRect/>
          </a:stretch>
        </p:blipFill>
        <p:spPr>
          <a:xfrm>
            <a:off x="0" y="0"/>
            <a:ext cx="12191695" cy="6858000"/>
          </a:xfrm>
          <a:prstGeom prst="rect">
            <a:avLst/>
          </a:prstGeom>
        </p:spPr>
      </p:pic>
      <p:pic>
        <p:nvPicPr>
          <p:cNvPr id="6" name="anim-g4-39" descr="C:\Users\user\projects\younes-training\masmak-judges-en\.pptx-cache\s20-4.jpg"/>
          <p:cNvPicPr>
            <a:picLocks noChangeAspect="1"/>
          </p:cNvPicPr>
          <p:nvPr/>
        </p:nvPicPr>
        <p:blipFill>
          <a:blip r:embed="rId7"/>
          <a:stretch>
            <a:fillRect/>
          </a:stretch>
        </p:blipFill>
        <p:spPr>
          <a:xfrm>
            <a:off x="0" y="0"/>
            <a:ext cx="12191695" cy="6858000"/>
          </a:xfrm>
          <a:prstGeom prst="rect">
            <a:avLst/>
          </a:prstGeom>
        </p:spPr>
      </p:pic>
      <p:pic>
        <p:nvPicPr>
          <p:cNvPr id="7" name="anim-g5-40" descr="C:\Users\user\projects\younes-training\masmak-judges-en\.pptx-cache\s20-5.jpg"/>
          <p:cNvPicPr>
            <a:picLocks noChangeAspect="1"/>
          </p:cNvPicPr>
          <p:nvPr/>
        </p:nvPicPr>
        <p:blipFill>
          <a:blip r:embed="rId8"/>
          <a:stretch>
            <a:fillRect/>
          </a:stretch>
        </p:blipFill>
        <p:spPr>
          <a:xfrm>
            <a:off x="0" y="0"/>
            <a:ext cx="12191695" cy="6858000"/>
          </a:xfrm>
          <a:prstGeom prst="rect">
            <a:avLst/>
          </a:prstGeom>
        </p:spPr>
      </p:pic>
      <p:pic>
        <p:nvPicPr>
          <p:cNvPr id="8" name="anim-g6-41" descr="C:\Users\user\projects\younes-training\masmak-judges-en\.pptx-cache\s20-6.jpg"/>
          <p:cNvPicPr>
            <a:picLocks noChangeAspect="1"/>
          </p:cNvPicPr>
          <p:nvPr/>
        </p:nvPicPr>
        <p:blipFill>
          <a:blip r:embed="rId9"/>
          <a:stretch>
            <a:fillRect/>
          </a:stretch>
        </p:blipFill>
        <p:spPr>
          <a:xfrm>
            <a:off x="0" y="0"/>
            <a:ext cx="12191695" cy="6858000"/>
          </a:xfrm>
          <a:prstGeom prst="rect">
            <a:avLst/>
          </a:prstGeom>
        </p:spPr>
      </p:pic>
      <p:pic>
        <p:nvPicPr>
          <p:cNvPr id="9" name="anim-g7-42" descr="C:\Users\user\projects\younes-training\masmak-judges-en\.pptx-cache\s20-7.jpg"/>
          <p:cNvPicPr>
            <a:picLocks noChangeAspect="1"/>
          </p:cNvPicPr>
          <p:nvPr/>
        </p:nvPicPr>
        <p:blipFill>
          <a:blip r:embed="rId10"/>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9"/>
                                        </p:tgtEl>
                                        <p:attrNameLst>
                                          <p:attrName>style.visibility</p:attrName>
                                        </p:attrNameLst>
                                      </p:cBhvr>
                                      <p:to>
                                        <p:strVal val="visible"/>
                                      </p:to>
                                    </p:set>
                                    <p:animEffect transition="in" filter="fade">
                                      <p:cBhvr>
                                        <p:cTn id="37" dur="4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Image 0" descr="C:\Users\user\projects\younes-training\masmak-judges-en\.pptx-cache\s21.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Image 0" descr="C:\Users\user\projects\younes-training\masmak-judges-en\.pptx-cache\s22-0.jpg"/>
          <p:cNvPicPr>
            <a:picLocks noChangeAspect="1"/>
          </p:cNvPicPr>
          <p:nvPr/>
        </p:nvPicPr>
        <p:blipFill>
          <a:blip r:embed="rId3"/>
          <a:stretch>
            <a:fillRect/>
          </a:stretch>
        </p:blipFill>
        <p:spPr>
          <a:xfrm>
            <a:off x="0" y="0"/>
            <a:ext cx="12191695" cy="6858000"/>
          </a:xfrm>
          <a:prstGeom prst="rect">
            <a:avLst/>
          </a:prstGeom>
        </p:spPr>
      </p:pic>
      <p:pic>
        <p:nvPicPr>
          <p:cNvPr id="3" name="anim-g1-43" descr="C:\Users\user\projects\younes-training\masmak-judges-en\.pptx-cache\s22-1.jpg"/>
          <p:cNvPicPr>
            <a:picLocks noChangeAspect="1"/>
          </p:cNvPicPr>
          <p:nvPr/>
        </p:nvPicPr>
        <p:blipFill>
          <a:blip r:embed="rId4"/>
          <a:stretch>
            <a:fillRect/>
          </a:stretch>
        </p:blipFill>
        <p:spPr>
          <a:xfrm>
            <a:off x="0" y="0"/>
            <a:ext cx="12191695" cy="6858000"/>
          </a:xfrm>
          <a:prstGeom prst="rect">
            <a:avLst/>
          </a:prstGeom>
        </p:spPr>
      </p:pic>
      <p:pic>
        <p:nvPicPr>
          <p:cNvPr id="4" name="anim-g2-44" descr="C:\Users\user\projects\younes-training\masmak-judges-en\.pptx-cache\s22-2.jpg"/>
          <p:cNvPicPr>
            <a:picLocks noChangeAspect="1"/>
          </p:cNvPicPr>
          <p:nvPr/>
        </p:nvPicPr>
        <p:blipFill>
          <a:blip r:embed="rId5"/>
          <a:stretch>
            <a:fillRect/>
          </a:stretch>
        </p:blipFill>
        <p:spPr>
          <a:xfrm>
            <a:off x="0" y="0"/>
            <a:ext cx="12191695" cy="6858000"/>
          </a:xfrm>
          <a:prstGeom prst="rect">
            <a:avLst/>
          </a:prstGeom>
        </p:spPr>
      </p:pic>
      <p:pic>
        <p:nvPicPr>
          <p:cNvPr id="5" name="anim-g3-45" descr="C:\Users\user\projects\younes-training\masmak-judges-en\.pptx-cache\s22-3.jpg"/>
          <p:cNvPicPr>
            <a:picLocks noChangeAspect="1"/>
          </p:cNvPicPr>
          <p:nvPr/>
        </p:nvPicPr>
        <p:blipFill>
          <a:blip r:embed="rId6"/>
          <a:stretch>
            <a:fillRect/>
          </a:stretch>
        </p:blipFill>
        <p:spPr>
          <a:xfrm>
            <a:off x="0" y="0"/>
            <a:ext cx="12191695" cy="6858000"/>
          </a:xfrm>
          <a:prstGeom prst="rect">
            <a:avLst/>
          </a:prstGeom>
        </p:spPr>
      </p:pic>
      <p:pic>
        <p:nvPicPr>
          <p:cNvPr id="6" name="anim-g4-46" descr="C:\Users\user\projects\younes-training\masmak-judges-en\.pptx-cache\s22-4.jpg"/>
          <p:cNvPicPr>
            <a:picLocks noChangeAspect="1"/>
          </p:cNvPicPr>
          <p:nvPr/>
        </p:nvPicPr>
        <p:blipFill>
          <a:blip r:embed="rId7"/>
          <a:stretch>
            <a:fillRect/>
          </a:stretch>
        </p:blipFill>
        <p:spPr>
          <a:xfrm>
            <a:off x="0" y="0"/>
            <a:ext cx="12191695" cy="6858000"/>
          </a:xfrm>
          <a:prstGeom prst="rect">
            <a:avLst/>
          </a:prstGeom>
        </p:spPr>
      </p:pic>
      <p:pic>
        <p:nvPicPr>
          <p:cNvPr id="7" name="anim-g5-47" descr="C:\Users\user\projects\younes-training\masmak-judges-en\.pptx-cache\s22-5.jpg"/>
          <p:cNvPicPr>
            <a:picLocks noChangeAspect="1"/>
          </p:cNvPicPr>
          <p:nvPr/>
        </p:nvPicPr>
        <p:blipFill>
          <a:blip r:embed="rId8"/>
          <a:stretch>
            <a:fillRect/>
          </a:stretch>
        </p:blipFill>
        <p:spPr>
          <a:xfrm>
            <a:off x="0" y="0"/>
            <a:ext cx="12191695" cy="6858000"/>
          </a:xfrm>
          <a:prstGeom prst="rect">
            <a:avLst/>
          </a:prstGeom>
        </p:spPr>
      </p:pic>
      <p:pic>
        <p:nvPicPr>
          <p:cNvPr id="8" name="anim-g6-48" descr="C:\Users\user\projects\younes-training\masmak-judges-en\.pptx-cache\s22-6.jpg"/>
          <p:cNvPicPr>
            <a:picLocks noChangeAspect="1"/>
          </p:cNvPicPr>
          <p:nvPr/>
        </p:nvPicPr>
        <p:blipFill>
          <a:blip r:embed="rId9"/>
          <a:stretch>
            <a:fillRect/>
          </a:stretch>
        </p:blipFill>
        <p:spPr>
          <a:xfrm>
            <a:off x="0" y="0"/>
            <a:ext cx="12191695" cy="6858000"/>
          </a:xfrm>
          <a:prstGeom prst="rect">
            <a:avLst/>
          </a:prstGeom>
        </p:spPr>
      </p:pic>
      <p:pic>
        <p:nvPicPr>
          <p:cNvPr id="9" name="anim-g7-49" descr="C:\Users\user\projects\younes-training\masmak-judges-en\.pptx-cache\s22-7.jpg"/>
          <p:cNvPicPr>
            <a:picLocks noChangeAspect="1"/>
          </p:cNvPicPr>
          <p:nvPr/>
        </p:nvPicPr>
        <p:blipFill>
          <a:blip r:embed="rId10"/>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9"/>
                                        </p:tgtEl>
                                        <p:attrNameLst>
                                          <p:attrName>style.visibility</p:attrName>
                                        </p:attrNameLst>
                                      </p:cBhvr>
                                      <p:to>
                                        <p:strVal val="visible"/>
                                      </p:to>
                                    </p:set>
                                    <p:animEffect transition="in" filter="fade">
                                      <p:cBhvr>
                                        <p:cTn id="37" dur="4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Image 0" descr="C:\Users\user\projects\younes-training\masmak-judges-en\.pptx-cache\s23.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Image 0" descr="C:\Users\user\projects\younes-training\masmak-judges-en\.pptx-cache\s24.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نسق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1674</Words>
  <Application>Microsoft Office PowerPoint</Application>
  <PresentationFormat>شاشة عريضة</PresentationFormat>
  <Paragraphs>48</Paragraphs>
  <Slides>24</Slides>
  <Notes>24</Notes>
  <HiddenSlides>0</HiddenSlides>
  <MMClips>6</MMClips>
  <ScaleCrop>false</ScaleCrop>
  <HeadingPairs>
    <vt:vector size="6" baseType="variant">
      <vt:variant>
        <vt:lpstr>الخطوط المستخدمة</vt:lpstr>
      </vt:variant>
      <vt:variant>
        <vt:i4>1</vt:i4>
      </vt:variant>
      <vt:variant>
        <vt:lpstr>نسق</vt:lpstr>
      </vt:variant>
      <vt:variant>
        <vt:i4>1</vt:i4>
      </vt:variant>
      <vt:variant>
        <vt:lpstr>عناوين الشرائح</vt:lpstr>
      </vt:variant>
      <vt:variant>
        <vt:i4>24</vt:i4>
      </vt:variant>
    </vt:vector>
  </HeadingPairs>
  <TitlesOfParts>
    <vt:vector size="26" baseType="lpstr">
      <vt:lpstr>Arial</vt:lpstr>
      <vt:lpstr>Office Theme</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Touch of Heritage</dc:title>
  <dc:subject>PptxGenJS Presentation</dc:subject>
  <dc:creator>Talent &amp; AI Unit · Al-Arqam Schools</dc:creator>
  <cp:lastModifiedBy>user</cp:lastModifiedBy>
  <cp:revision>2</cp:revision>
  <dcterms:created xsi:type="dcterms:W3CDTF">2026-10-09T18:05:00Z</dcterms:created>
  <dcterms:modified xsi:type="dcterms:W3CDTF">2026-10-09T18:05:12Z</dcterms:modified>
</cp:coreProperties>
</file>