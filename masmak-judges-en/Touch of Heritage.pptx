
<file path=[Content_Types].xml><?xml version="1.0" encoding="utf-8"?>
<Types xmlns="http://schemas.openxmlformats.org/package/2006/content-types">
  <Default Extension="gif" ContentType="image/gif"/>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806875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step by step. Normally the screen says the museum is safe. When a fire starts, the screen turns red and announces “FIRE ALERT” with its level, then “Robots on their way”, then “Civil Defense notified”. Once the fire is out and the robot is home: “Mission complete”, then “Museum is SAFE now”. The pages flip by themselves every two seconds, like an advert board.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phone plays the role of the Civil Defense phone. The moment a fire is detected, the station itself sends a Telegram message with the type of danger, its level, and that the robots are handling it. When the fire is gone and every robot is back home, a second message arrives: “The museum is safe, no need to come.” Read both messages aloud to the judges; even better, let a real phone ring in front of them.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answers a “what if?”: what if the fire does not go out? What if the link drops? What if a message is lost? This is how engineers design real safety systems.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4.jpg"/><Relationship Id="rId5" Type="http://schemas.openxmlformats.org/officeDocument/2006/relationships/image" Target="../media/image53.jpg"/><Relationship Id="rId10" Type="http://schemas.openxmlformats.org/officeDocument/2006/relationships/image" Target="../media/image58.jpg"/><Relationship Id="rId4" Type="http://schemas.openxmlformats.org/officeDocument/2006/relationships/image" Target="../media/image52.jpg"/><Relationship Id="rId9" Type="http://schemas.openxmlformats.org/officeDocument/2006/relationships/image" Target="../media/image57.jpg"/></Relationships>
</file>

<file path=ppt/slides/_rels/slide2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5.jpg"/><Relationship Id="rId3" Type="http://schemas.openxmlformats.org/officeDocument/2006/relationships/image" Target="../media/image60.jpg"/><Relationship Id="rId7" Type="http://schemas.openxmlformats.org/officeDocument/2006/relationships/image" Target="../media/image6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3.jpg"/><Relationship Id="rId5" Type="http://schemas.openxmlformats.org/officeDocument/2006/relationships/image" Target="../media/image62.jpg"/><Relationship Id="rId10" Type="http://schemas.openxmlformats.org/officeDocument/2006/relationships/image" Target="../media/image67.jpg"/><Relationship Id="rId4" Type="http://schemas.openxmlformats.org/officeDocument/2006/relationships/image" Target="../media/image61.jpg"/><Relationship Id="rId9" Type="http://schemas.openxmlformats.org/officeDocument/2006/relationships/image" Target="../media/image66.jpg"/></Relationships>
</file>

<file path=ppt/slides/_rels/slide23.xml.rels><?xml version="1.0" encoding="UTF-8" standalone="yes"?>
<Relationships xmlns="http://schemas.openxmlformats.org/package/2006/relationships"><Relationship Id="rId8" Type="http://schemas.openxmlformats.org/officeDocument/2006/relationships/image" Target="../media/image73.jpg"/><Relationship Id="rId3" Type="http://schemas.openxmlformats.org/officeDocument/2006/relationships/image" Target="../media/image68.jpg"/><Relationship Id="rId7" Type="http://schemas.openxmlformats.org/officeDocument/2006/relationships/image" Target="../media/image72.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1.jpg"/><Relationship Id="rId5" Type="http://schemas.openxmlformats.org/officeDocument/2006/relationships/image" Target="../media/image70.jpg"/><Relationship Id="rId4" Type="http://schemas.openxmlformats.org/officeDocument/2006/relationships/image" Target="../media/image69.jpg"/></Relationships>
</file>

<file path=ppt/slides/_rels/slide24.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7.jpg"/><Relationship Id="rId5" Type="http://schemas.openxmlformats.org/officeDocument/2006/relationships/image" Target="../media/image76.jpg"/><Relationship Id="rId4" Type="http://schemas.openxmlformats.org/officeDocument/2006/relationships/image" Target="../media/image75.jpg"/></Relationships>
</file>

<file path=ppt/slides/_rels/slide25.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0.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2.gif"/>
          <p:cNvPicPr>
            <a:picLocks noChangeAspect="1"/>
          </p:cNvPicPr>
          <p:nvPr/>
        </p:nvPicPr>
        <p:blipFill>
          <a:blip r:embed="rId16"/>
          <a:stretch>
            <a:fillRect/>
          </a:stretch>
        </p:blipFill>
        <p:spPr>
          <a:xfrm>
            <a:off x="825479" y="2063750"/>
            <a:ext cx="10540736" cy="396875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5"/>
                                        </p:tgtEl>
                                      </p:cBhvr>
                                    </p:cmd>
                                  </p:childTnLst>
                                </p:cTn>
                              </p:par>
                            </p:childTnLst>
                          </p:cTn>
                        </p:par>
                      </p:childTnLst>
                    </p:cTn>
                  </p:par>
                </p:childTnLst>
              </p:cTn>
              <p:nextCondLst>
                <p:cond evt="onClick" delay="0">
                  <p:tgtEl>
                    <p:spTgt spid="5"/>
                  </p:tgtEl>
                </p:cond>
              </p:nextCondLst>
            </p:seq>
            <p:seq concurrent="1" nextAc="seek">
              <p:cTn id="11" restart="whenNotActive" fill="hold" evtFilter="cancelBubble" nodeType="interactiveSeq">
                <p:stCondLst>
                  <p:cond evt="onClick" delay="0">
                    <p:tgtEl>
                      <p:spTgt spid="8"/>
                    </p:tgtEl>
                  </p:cond>
                </p:stCondLst>
                <p:endSync evt="end" delay="0">
                  <p:rtn val="all"/>
                </p:endSync>
                <p:childTnLst>
                  <p:par>
                    <p:cTn id="12" fill="hold">
                      <p:stCondLst>
                        <p:cond delay="0"/>
                      </p:stCondLst>
                      <p:childTnLst>
                        <p:par>
                          <p:cTn id="13" fill="hold">
                            <p:stCondLst>
                              <p:cond delay="0"/>
                            </p:stCondLst>
                            <p:childTnLst>
                              <p:par>
                                <p:cTn id="14" presetID="1" presetClass="mediacall" presetSubtype="0" fill="hold" nodeType="clickEffect">
                                  <p:stCondLst>
                                    <p:cond delay="0"/>
                                  </p:stCondLst>
                                  <p:childTnLst>
                                    <p:cmd type="call" cmd="playFrom(0.0)">
                                      <p:cBhvr>
                                        <p:cTn id="15" dur="1" fill="hold"/>
                                        <p:tgtEl>
                                          <p:spTgt spid="8"/>
                                        </p:tgtEl>
                                      </p:cBhvr>
                                    </p:cmd>
                                  </p:childTnLst>
                                </p:cTn>
                              </p:par>
                            </p:childTnLst>
                          </p:cTn>
                        </p:par>
                      </p:childTnLst>
                    </p:cTn>
                  </p:par>
                  <p:par>
                    <p:cTn id="16" fill="hold">
                      <p:stCondLst>
                        <p:cond delay="indefinite"/>
                      </p:stCondLst>
                      <p:childTnLst>
                        <p:par>
                          <p:cTn id="17" fill="hold">
                            <p:stCondLst>
                              <p:cond delay="0"/>
                            </p:stCondLst>
                            <p:childTnLst>
                              <p:par>
                                <p:cTn id="18" presetID="1" presetClass="mediacall" presetSubtype="0" fill="hold" nodeType="clickEffect">
                                  <p:stCondLst>
                                    <p:cond delay="0"/>
                                  </p:stCondLst>
                                  <p:childTnLst>
                                    <p:cmd type="call" cmd="playFrom(0.0)">
                                      <p:cBhvr>
                                        <p:cTn id="19" dur="1" fill="hold"/>
                                        <p:tgtEl>
                                          <p:spTgt spid="8"/>
                                        </p:tgtEl>
                                      </p:cBhvr>
                                    </p:cmd>
                                  </p:childTnLst>
                                </p:cTn>
                              </p:par>
                            </p:childTnLst>
                          </p:cTn>
                        </p:par>
                      </p:childTnLst>
                    </p:cTn>
                  </p:par>
                </p:childTnLst>
              </p:cTn>
              <p:nextCondLst>
                <p:cond evt="onClick" delay="0">
                  <p:tgtEl>
                    <p:spTgt spid="8"/>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2" fill="hold">
                            <p:stCondLst>
                              <p:cond delay="0"/>
                            </p:stCondLst>
                            <p:childTnLst>
                              <p:par>
                                <p:cTn id="23" presetID="1" presetClass="mediacall" presetSubtype="0" fill="hold" nodeType="clickEffect">
                                  <p:stCondLst>
                                    <p:cond delay="0"/>
                                  </p:stCondLst>
                                  <p:childTnLst>
                                    <p:cmd type="call" cmd="playFrom(0.0)">
                                      <p:cBhvr>
                                        <p:cTn id="24" dur="1" fill="hold"/>
                                        <p:tgtEl>
                                          <p:spTgt spid="11"/>
                                        </p:tgtEl>
                                      </p:cBhvr>
                                    </p:cmd>
                                  </p:childTnLst>
                                </p:cTn>
                              </p:par>
                            </p:childTnLst>
                          </p:cTn>
                        </p:par>
                      </p:childTnLst>
                    </p:cTn>
                  </p:par>
                  <p:par>
                    <p:cTn id="25" fill="hold">
                      <p:stCondLst>
                        <p:cond delay="indefinite"/>
                      </p:stCondLst>
                      <p:childTnLst>
                        <p:par>
                          <p:cTn id="26" fill="hold">
                            <p:stCondLst>
                              <p:cond delay="0"/>
                            </p:stCondLst>
                            <p:childTnLst>
                              <p:par>
                                <p:cTn id="27" presetID="1" presetClass="mediacall" presetSubtype="0" fill="hold" nodeType="clickEffect">
                                  <p:stCondLst>
                                    <p:cond delay="0"/>
                                  </p:stCondLst>
                                  <p:childTnLst>
                                    <p:cmd type="call" cmd="playFrom(0.0)">
                                      <p:cBhvr>
                                        <p:cTn id="28" dur="1" fill="hold"/>
                                        <p:tgtEl>
                                          <p:spTgt spid="11"/>
                                        </p:tgtEl>
                                      </p:cBhvr>
                                    </p:cmd>
                                  </p:childTnLst>
                                </p:cTn>
                              </p:par>
                            </p:childTnLst>
                          </p:cTn>
                        </p:par>
                      </p:childTnLst>
                    </p:cTn>
                  </p:par>
                </p:childTnLst>
              </p:cTn>
              <p:nextCondLst>
                <p:cond evt="onClick" delay="0">
                  <p:tgtEl>
                    <p:spTgt spid="11"/>
                  </p:tgtEl>
                </p:cond>
              </p:nextCondLst>
            </p:seq>
            <p:seq concurrent="1" nextAc="seek">
              <p:cTn id="29" restart="whenNotActive" fill="hold" evtFilter="cancelBubble" nodeType="interactiveSeq">
                <p:stCondLst>
                  <p:cond evt="onClick" delay="0">
                    <p:tgtEl>
                      <p:spTgt spid="14"/>
                    </p:tgtEl>
                  </p:cond>
                </p:stCondLst>
                <p:endSync evt="end" delay="0">
                  <p:rtn val="all"/>
                </p:endSync>
                <p:childTnLst>
                  <p:par>
                    <p:cTn id="30" fill="hold">
                      <p:stCondLst>
                        <p:cond delay="0"/>
                      </p:stCondLst>
                      <p:childTnLst>
                        <p:par>
                          <p:cTn id="31" fill="hold">
                            <p:stCondLst>
                              <p:cond delay="0"/>
                            </p:stCondLst>
                            <p:childTnLst>
                              <p:par>
                                <p:cTn id="32" presetID="1" presetClass="mediacall" presetSubtype="0" fill="hold" nodeType="clickEffect">
                                  <p:stCondLst>
                                    <p:cond delay="0"/>
                                  </p:stCondLst>
                                  <p:childTnLst>
                                    <p:cmd type="call" cmd="playFrom(0.0)">
                                      <p:cBhvr>
                                        <p:cTn id="33" dur="1" fill="hold"/>
                                        <p:tgtEl>
                                          <p:spTgt spid="14"/>
                                        </p:tgtEl>
                                      </p:cBhvr>
                                    </p:cmd>
                                  </p:childTnLst>
                                </p:cTn>
                              </p:par>
                            </p:childTnLst>
                          </p:cTn>
                        </p:par>
                      </p:childTnLst>
                    </p:cTn>
                  </p:par>
                  <p:par>
                    <p:cTn id="34" fill="hold">
                      <p:stCondLst>
                        <p:cond delay="indefinite"/>
                      </p:stCondLst>
                      <p:childTnLst>
                        <p:par>
                          <p:cTn id="35" fill="hold">
                            <p:stCondLst>
                              <p:cond delay="0"/>
                            </p:stCondLst>
                            <p:childTnLst>
                              <p:par>
                                <p:cTn id="36" presetID="1" presetClass="mediacall" presetSubtype="0" fill="hold" nodeType="clickEffect">
                                  <p:stCondLst>
                                    <p:cond delay="0"/>
                                  </p:stCondLst>
                                  <p:childTnLst>
                                    <p:cmd type="call" cmd="playFrom(0.0)">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1" presetClass="mediacall" presetSubtype="0" fill="hold" nodeType="clickEffect">
                                  <p:stCondLst>
                                    <p:cond delay="0"/>
                                  </p:stCondLst>
                                  <p:childTnLst>
                                    <p:cmd type="call" cmd="playFrom(0.0)">
                                      <p:cBhvr>
                                        <p:cTn id="42" dur="1" fill="hold"/>
                                        <p:tgtEl>
                                          <p:spTgt spid="17"/>
                                        </p:tgtEl>
                                      </p:cBhvr>
                                    </p:cmd>
                                  </p:childTnLst>
                                </p:cTn>
                              </p:par>
                            </p:childTnLst>
                          </p:cTn>
                        </p:par>
                      </p:childTnLst>
                    </p:cTn>
                  </p:par>
                  <p:par>
                    <p:cTn id="43" fill="hold">
                      <p:stCondLst>
                        <p:cond delay="indefinite"/>
                      </p:stCondLst>
                      <p:childTnLst>
                        <p:par>
                          <p:cTn id="44" fill="hold">
                            <p:stCondLst>
                              <p:cond delay="0"/>
                            </p:stCondLst>
                            <p:childTnLst>
                              <p:par>
                                <p:cTn id="45" presetID="1" presetClass="mediacall" presetSubtype="0" fill="hold" nodeType="clickEffect">
                                  <p:stCondLst>
                                    <p:cond delay="0"/>
                                  </p:stCondLst>
                                  <p:childTnLst>
                                    <p:cmd type="call" cmd="playFrom(0.0)">
                                      <p:cBhvr>
                                        <p:cTn id="46" dur="1" fill="hold"/>
                                        <p:tgtEl>
                                          <p:spTgt spid="17"/>
                                        </p:tgtEl>
                                      </p:cBhvr>
                                    </p:cmd>
                                  </p:childTnLst>
                                </p:cTn>
                              </p:par>
                            </p:childTnLst>
                          </p:cTn>
                        </p:par>
                      </p:childTnLst>
                    </p:cTn>
                  </p:par>
                </p:childTnLst>
              </p:cTn>
              <p:nextCondLst>
                <p:cond evt="onClick" delay="0">
                  <p:tgtEl>
                    <p:spTgt spid="17"/>
                  </p:tgtEl>
                </p:cond>
              </p:nextCondLst>
            </p:seq>
            <p:seq concurrent="1" nextAc="seek">
              <p:cTn id="47" restart="whenNotActive" fill="hold" evtFilter="cancelBubble" nodeType="interactiveSeq">
                <p:stCondLst>
                  <p:cond evt="onClick" delay="0">
                    <p:tgtEl>
                      <p:spTgt spid="20"/>
                    </p:tgtEl>
                  </p:cond>
                </p:stCondLst>
                <p:endSync evt="end" delay="0">
                  <p:rtn val="all"/>
                </p:endSync>
                <p:childTnLst>
                  <p:par>
                    <p:cTn id="48" fill="hold">
                      <p:stCondLst>
                        <p:cond delay="0"/>
                      </p:stCondLst>
                      <p:childTnLst>
                        <p:par>
                          <p:cTn id="49" fill="hold">
                            <p:stCondLst>
                              <p:cond delay="0"/>
                            </p:stCondLst>
                            <p:childTnLst>
                              <p:par>
                                <p:cTn id="50" presetID="1" presetClass="mediacall" presetSubtype="0" fill="hold" nodeType="clickEffect">
                                  <p:stCondLst>
                                    <p:cond delay="0"/>
                                  </p:stCondLst>
                                  <p:childTnLst>
                                    <p:cmd type="call" cmd="playFrom(0.0)">
                                      <p:cBhvr>
                                        <p:cTn id="51" dur="1" fill="hold"/>
                                        <p:tgtEl>
                                          <p:spTgt spid="20"/>
                                        </p:tgtEl>
                                      </p:cBhvr>
                                    </p:cmd>
                                  </p:childTnLst>
                                </p:cTn>
                              </p:par>
                            </p:childTnLst>
                          </p:cTn>
                        </p:par>
                      </p:childTnLst>
                    </p:cTn>
                  </p:par>
                  <p:par>
                    <p:cTn id="52" fill="hold">
                      <p:stCondLst>
                        <p:cond delay="indefinite"/>
                      </p:stCondLst>
                      <p:childTnLst>
                        <p:par>
                          <p:cTn id="53" fill="hold">
                            <p:stCondLst>
                              <p:cond delay="0"/>
                            </p:stCondLst>
                            <p:childTnLst>
                              <p:par>
                                <p:cTn id="54" presetID="1" presetClass="mediacall" presetSubtype="0" fill="hold" nodeType="clickEffect">
                                  <p:stCondLst>
                                    <p:cond delay="0"/>
                                  </p:stCondLst>
                                  <p:childTnLst>
                                    <p:cmd type="call" cmd="playFrom(0.0)">
                                      <p:cBhvr>
                                        <p:cTn id="55"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0.jpg"/>
          <p:cNvPicPr>
            <a:picLocks noChangeAspect="1"/>
          </p:cNvPicPr>
          <p:nvPr/>
        </p:nvPicPr>
        <p:blipFill>
          <a:blip r:embed="rId3"/>
          <a:stretch>
            <a:fillRect/>
          </a:stretch>
        </p:blipFill>
        <p:spPr>
          <a:xfrm>
            <a:off x="0" y="0"/>
            <a:ext cx="12191695" cy="6858000"/>
          </a:xfrm>
          <a:prstGeom prst="rect">
            <a:avLst/>
          </a:prstGeom>
        </p:spPr>
      </p:pic>
      <p:pic>
        <p:nvPicPr>
          <p:cNvPr id="3" name="anim-g1-7" descr="C:\Users\user\projects\younes-training\masmak-judges-en\.pptx-cache\s7-1.jpg"/>
          <p:cNvPicPr>
            <a:picLocks noChangeAspect="1"/>
          </p:cNvPicPr>
          <p:nvPr/>
        </p:nvPicPr>
        <p:blipFill>
          <a:blip r:embed="rId4"/>
          <a:stretch>
            <a:fillRect/>
          </a:stretch>
        </p:blipFill>
        <p:spPr>
          <a:xfrm>
            <a:off x="0" y="0"/>
            <a:ext cx="12191695" cy="6858000"/>
          </a:xfrm>
          <a:prstGeom prst="rect">
            <a:avLst/>
          </a:prstGeom>
        </p:spPr>
      </p:pic>
      <p:pic>
        <p:nvPicPr>
          <p:cNvPr id="4" name="anim-g2-8" descr="C:\Users\user\projects\younes-training\masmak-judges-en\.pptx-cache\s7-2.jpg"/>
          <p:cNvPicPr>
            <a:picLocks noChangeAspect="1"/>
          </p:cNvPicPr>
          <p:nvPr/>
        </p:nvPicPr>
        <p:blipFill>
          <a:blip r:embed="rId5"/>
          <a:stretch>
            <a:fillRect/>
          </a:stretch>
        </p:blipFill>
        <p:spPr>
          <a:xfrm>
            <a:off x="0" y="0"/>
            <a:ext cx="12191695" cy="6858000"/>
          </a:xfrm>
          <a:prstGeom prst="rect">
            <a:avLst/>
          </a:prstGeom>
        </p:spPr>
      </p:pic>
      <p:pic>
        <p:nvPicPr>
          <p:cNvPr id="5" name="anim-g3-9" descr="C:\Users\user\projects\younes-training\masmak-judges-en\.pptx-cache\s7-3.jpg"/>
          <p:cNvPicPr>
            <a:picLocks noChangeAspect="1"/>
          </p:cNvPicPr>
          <p:nvPr/>
        </p:nvPicPr>
        <p:blipFill>
          <a:blip r:embed="rId6"/>
          <a:stretch>
            <a:fillRect/>
          </a:stretch>
        </p:blipFill>
        <p:spPr>
          <a:xfrm>
            <a:off x="0" y="0"/>
            <a:ext cx="12191695" cy="6858000"/>
          </a:xfrm>
          <a:prstGeom prst="rect">
            <a:avLst/>
          </a:prstGeom>
        </p:spPr>
      </p:pic>
      <p:pic>
        <p:nvPicPr>
          <p:cNvPr id="6" name="anim-g4-10" descr="C:\Users\user\projects\younes-training\masmak-judges-en\.pptx-cache\s7-4.jpg"/>
          <p:cNvPicPr>
            <a:picLocks noChangeAspect="1"/>
          </p:cNvPicPr>
          <p:nvPr/>
        </p:nvPicPr>
        <p:blipFill>
          <a:blip r:embed="rId7"/>
          <a:stretch>
            <a:fillRect/>
          </a:stretch>
        </p:blipFill>
        <p:spPr>
          <a:xfrm>
            <a:off x="0" y="0"/>
            <a:ext cx="12191695" cy="6858000"/>
          </a:xfrm>
          <a:prstGeom prst="rect">
            <a:avLst/>
          </a:prstGeom>
        </p:spPr>
      </p:pic>
      <p:pic>
        <p:nvPicPr>
          <p:cNvPr id="7" name="anim-g5-11" descr="C:\Users\user\projects\younes-training\masmak-judges-en\.pptx-cache\s7-5.jpg"/>
          <p:cNvPicPr>
            <a:picLocks noChangeAspect="1"/>
          </p:cNvPicPr>
          <p:nvPr/>
        </p:nvPicPr>
        <p:blipFill>
          <a:blip r:embed="rId8"/>
          <a:stretch>
            <a:fillRect/>
          </a:stretch>
        </p:blipFill>
        <p:spPr>
          <a:xfrm>
            <a:off x="0" y="0"/>
            <a:ext cx="12191695" cy="6858000"/>
          </a:xfrm>
          <a:prstGeom prst="rect">
            <a:avLst/>
          </a:prstGeom>
        </p:spPr>
      </p:pic>
      <p:pic>
        <p:nvPicPr>
          <p:cNvPr id="8" name="anim-g6-12" descr="C:\Users\user\projects\younes-training\masmak-judges-en\.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0.jpg"/>
          <p:cNvPicPr>
            <a:picLocks noChangeAspect="1"/>
          </p:cNvPicPr>
          <p:nvPr/>
        </p:nvPicPr>
        <p:blipFill>
          <a:blip r:embed="rId3"/>
          <a:stretch>
            <a:fillRect/>
          </a:stretch>
        </p:blipFill>
        <p:spPr>
          <a:xfrm>
            <a:off x="0" y="0"/>
            <a:ext cx="12191695" cy="6858000"/>
          </a:xfrm>
          <a:prstGeom prst="rect">
            <a:avLst/>
          </a:prstGeom>
        </p:spPr>
      </p:pic>
      <p:pic>
        <p:nvPicPr>
          <p:cNvPr id="3" name="anim-g1-13" descr="C:\Users\user\projects\younes-training\masmak-judges-en\.pptx-cache\s9-1.jpg"/>
          <p:cNvPicPr>
            <a:picLocks noChangeAspect="1"/>
          </p:cNvPicPr>
          <p:nvPr/>
        </p:nvPicPr>
        <p:blipFill>
          <a:blip r:embed="rId4"/>
          <a:stretch>
            <a:fillRect/>
          </a:stretch>
        </p:blipFill>
        <p:spPr>
          <a:xfrm>
            <a:off x="0" y="0"/>
            <a:ext cx="12191695" cy="6858000"/>
          </a:xfrm>
          <a:prstGeom prst="rect">
            <a:avLst/>
          </a:prstGeom>
        </p:spPr>
      </p:pic>
      <p:pic>
        <p:nvPicPr>
          <p:cNvPr id="4" name="anim-g2-14" descr="C:\Users\user\projects\younes-training\masmak-judges-en\.pptx-cache\s9-2.jpg"/>
          <p:cNvPicPr>
            <a:picLocks noChangeAspect="1"/>
          </p:cNvPicPr>
          <p:nvPr/>
        </p:nvPicPr>
        <p:blipFill>
          <a:blip r:embed="rId5"/>
          <a:stretch>
            <a:fillRect/>
          </a:stretch>
        </p:blipFill>
        <p:spPr>
          <a:xfrm>
            <a:off x="0" y="0"/>
            <a:ext cx="12191695" cy="6858000"/>
          </a:xfrm>
          <a:prstGeom prst="rect">
            <a:avLst/>
          </a:prstGeom>
        </p:spPr>
      </p:pic>
      <p:pic>
        <p:nvPicPr>
          <p:cNvPr id="5" name="anim-g3-15" descr="C:\Users\user\projects\younes-training\masmak-judges-en\.pptx-cache\s9-3.jpg"/>
          <p:cNvPicPr>
            <a:picLocks noChangeAspect="1"/>
          </p:cNvPicPr>
          <p:nvPr/>
        </p:nvPicPr>
        <p:blipFill>
          <a:blip r:embed="rId6"/>
          <a:stretch>
            <a:fillRect/>
          </a:stretch>
        </p:blipFill>
        <p:spPr>
          <a:xfrm>
            <a:off x="0" y="0"/>
            <a:ext cx="12191695" cy="6858000"/>
          </a:xfrm>
          <a:prstGeom prst="rect">
            <a:avLst/>
          </a:prstGeom>
        </p:spPr>
      </p:pic>
      <p:pic>
        <p:nvPicPr>
          <p:cNvPr id="6" name="anim-g4-16" descr="C:\Users\user\projects\younes-training\masmak-judges-en\.pptx-cache\s9-4.jpg"/>
          <p:cNvPicPr>
            <a:picLocks noChangeAspect="1"/>
          </p:cNvPicPr>
          <p:nvPr/>
        </p:nvPicPr>
        <p:blipFill>
          <a:blip r:embed="rId7"/>
          <a:stretch>
            <a:fillRect/>
          </a:stretch>
        </p:blipFill>
        <p:spPr>
          <a:xfrm>
            <a:off x="0" y="0"/>
            <a:ext cx="12191695" cy="6858000"/>
          </a:xfrm>
          <a:prstGeom prst="rect">
            <a:avLst/>
          </a:prstGeom>
        </p:spPr>
      </p:pic>
      <p:pic>
        <p:nvPicPr>
          <p:cNvPr id="7" name="anim-g5-17" descr="C:\Users\user\projects\younes-training\masmak-judges-en\.pptx-cache\s9-5.jpg"/>
          <p:cNvPicPr>
            <a:picLocks noChangeAspect="1"/>
          </p:cNvPicPr>
          <p:nvPr/>
        </p:nvPicPr>
        <p:blipFill>
          <a:blip r:embed="rId8"/>
          <a:stretch>
            <a:fillRect/>
          </a:stretch>
        </p:blipFill>
        <p:spPr>
          <a:xfrm>
            <a:off x="0" y="0"/>
            <a:ext cx="12191695" cy="6858000"/>
          </a:xfrm>
          <a:prstGeom prst="rect">
            <a:avLst/>
          </a:prstGeom>
        </p:spPr>
      </p:pic>
      <p:pic>
        <p:nvPicPr>
          <p:cNvPr id="8" name="anim-g6-18" descr="C:\Users\user\projects\younes-training\masmak-judges-en\.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19" descr="C:\Users\user\projects\younes-training\masmak-judges-en\.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20" descr="C:\Users\user\projects\younes-training\masmak-judges-en\.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21" descr="C:\Users\user\projects\younes-training\masmak-judges-en\.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22" descr="C:\Users\user\projects\younes-training\masmak-judges-en\.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23" descr="C:\Users\user\projects\younes-training\masmak-judges-en\.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24" descr="C:\Users\user\projects\younes-training\masmak-judges-en\.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25" descr="C:\Users\user\projects\younes-training\masmak-judges-en\.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26" descr="C:\Users\user\projects\younes-training\masmak-judges-en\.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27" descr="C:\Users\user\projects\younes-training\masmak-judges-en\.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28" descr="C:\Users\user\projects\younes-training\masmak-judges-en\.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29" descr="C:\Users\user\projects\younes-training\masmak-judges-en\.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30" descr="C:\Users\user\projects\younes-training\masmak-judges-en\.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31" descr="C:\Users\user\projects\younes-training\masmak-judges-en\.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32" descr="C:\Users\user\projects\younes-training\masmak-judges-en\.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33" descr="C:\Users\user\projects\younes-training\masmak-judges-en\.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34" descr="C:\Users\user\projects\younes-training\masmak-judges-en\.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35" descr="C:\Users\user\projects\younes-training\masmak-judges-en\.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36" descr="C:\Users\user\projects\younes-training\masmak-judges-en\.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37" descr="C:\Users\user\projects\younes-training\masmak-judges-en\.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38" descr="C:\Users\user\projects\younes-training\masmak-judges-en\.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39" descr="C:\Users\user\projects\younes-training\masmak-judges-en\.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40" descr="C:\Users\user\projects\younes-training\masmak-judges-en\.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41" descr="C:\Users\user\projects\younes-training\masmak-judges-en\.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42" descr="C:\Users\user\projects\younes-training\masmak-judges-en\.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43" descr="C:\Users\user\projects\younes-training\masmak-judges-en\.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44" descr="C:\Users\user\projects\younes-training\masmak-judges-en\.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45" descr="C:\Users\user\projects\younes-training\masmak-judges-en\.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46" descr="C:\Users\user\projects\younes-training\masmak-judges-en\.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47" descr="C:\Users\user\projects\younes-training\masmak-judges-en\.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48" descr="C:\Users\user\projects\younes-training\masmak-judges-en\.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49" descr="C:\Users\user\projects\younes-training\masmak-judges-en\.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50" descr="C:\Users\user\projects\younes-training\masmak-judges-en\.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51" descr="C:\Users\user\projects\younes-training\masmak-judges-en\.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52" descr="C:\Users\user\projects\younes-training\masmak-judges-en\.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53" descr="C:\Users\user\projects\younes-training\masmak-judges-en\.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54" descr="C:\Users\user\projects\younes-training\masmak-judges-en\.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55" descr="C:\Users\user\projects\younes-training\masmak-judges-en\.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56" descr="C:\Users\user\projects\younes-training\masmak-judges-en\.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57" descr="C:\Users\user\projects\younes-training\masmak-judges-en\.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en\.pptx-cache\s2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en\.pptx-cache\s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en\.pptx-cache\s2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1922</Words>
  <Application>Microsoft Office PowerPoint</Application>
  <PresentationFormat>شاشة عريضة</PresentationFormat>
  <Paragraphs>54</Paragraphs>
  <Slides>27</Slides>
  <Notes>27</Notes>
  <HiddenSlides>0</HiddenSlides>
  <MMClips>6</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27</vt:i4>
      </vt:variant>
    </vt:vector>
  </HeadingPairs>
  <TitlesOfParts>
    <vt:vector size="29"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3</cp:revision>
  <dcterms:created xsi:type="dcterms:W3CDTF">2026-10-09T18:19:36Z</dcterms:created>
  <dcterms:modified xsi:type="dcterms:W3CDTF">2026-10-09T21:30:07Z</dcterms:modified>
</cp:coreProperties>
</file>