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jpg" ContentType="image/jpg"/>
  <Override PartName="/ppt/media/image11.jpg" ContentType="image/jpg"/>
  <Override PartName="/ppt/media/image12.jpg" ContentType="image/jpg"/>
  <Override PartName="/ppt/media/image13.jpg" ContentType="image/jpg"/>
  <Override PartName="/ppt/media/image14.jpg" ContentType="image/jpg"/>
  <Override PartName="/ppt/media/image15.jpg" ContentType="image/jpg"/>
  <Override PartName="/ppt/media/image16.jpg" ContentType="image/jpg"/>
  <Override PartName="/ppt/media/image17.jpg" ContentType="image/jpg"/>
  <Override PartName="/ppt/media/image18.jpg" ContentType="image/jpg"/>
  <Override PartName="/ppt/media/image19.jpg" ContentType="image/jpg"/>
  <Override PartName="/ppt/media/image2.jpg" ContentType="image/jpg"/>
  <Override PartName="/ppt/media/image20.jpg" ContentType="image/jpg"/>
  <Override PartName="/ppt/media/image21.jpg" ContentType="image/jpg"/>
  <Override PartName="/ppt/media/image22.jpg" ContentType="image/jpg"/>
  <Override PartName="/ppt/media/image23.jpg" ContentType="image/jpg"/>
  <Override PartName="/ppt/media/image24.jpg" ContentType="image/jpg"/>
  <Override PartName="/ppt/media/image25.jpg" ContentType="image/jpg"/>
  <Override PartName="/ppt/media/image26.jpg" ContentType="image/jpg"/>
  <Override PartName="/ppt/media/image27.jpg" ContentType="image/jpg"/>
  <Override PartName="/ppt/media/image28.jpg" ContentType="image/jpg"/>
  <Override PartName="/ppt/media/image29.jpg" ContentType="image/jpg"/>
  <Override PartName="/ppt/media/image3.jpg" ContentType="image/jpg"/>
  <Override PartName="/ppt/media/image30.jpg" ContentType="image/jpg"/>
  <Override PartName="/ppt/media/image31.jpg" ContentType="image/jpg"/>
  <Override PartName="/ppt/media/image32.jpg" ContentType="image/jpg"/>
  <Override PartName="/ppt/media/image33.jpg" ContentType="image/jpg"/>
  <Override PartName="/ppt/media/image34.jpg" ContentType="image/jpg"/>
  <Override PartName="/ppt/media/image35.jpg" ContentType="image/jpg"/>
  <Override PartName="/ppt/media/image36.jpg" ContentType="image/jpg"/>
  <Override PartName="/ppt/media/image37.jpg" ContentType="image/jpg"/>
  <Override PartName="/ppt/media/image38.jpg" ContentType="image/jpg"/>
  <Override PartName="/ppt/media/image39.jpg" ContentType="image/jpg"/>
  <Override PartName="/ppt/media/image40.jpg" ContentType="image/jpg"/>
  <Override PartName="/ppt/media/image41.jpg" ContentType="image/jpg"/>
  <Override PartName="/ppt/media/image42.jpg" ContentType="image/jpg"/>
  <Override PartName="/ppt/media/image43.jpg" ContentType="image/jpg"/>
  <Override PartName="/ppt/media/image44.jpg" ContentType="image/jpg"/>
  <Override PartName="/ppt/media/image45.jpg" ContentType="image/jpg"/>
  <Override PartName="/ppt/media/image46.jpg" ContentType="image/jpg"/>
  <Override PartName="/ppt/media/image47.jpg" ContentType="image/jpg"/>
  <Override PartName="/ppt/media/image48.jpg" ContentType="image/jpg"/>
  <Override PartName="/ppt/media/image49.jpg" ContentType="image/jpg"/>
  <Override PartName="/ppt/media/image50.jpg" ContentType="image/jpg"/>
  <Override PartName="/ppt/media/image51.jpg" ContentType="image/jpg"/>
  <Override PartName="/ppt/media/image52.jpg" ContentType="image/jpg"/>
  <Override PartName="/ppt/media/image53.jpg" ContentType="image/jpg"/>
  <Override PartName="/ppt/media/image54.jpg" ContentType="image/jpg"/>
  <Override PartName="/ppt/media/image55.jpg" ContentType="image/jpg"/>
  <Override PartName="/ppt/media/image56.jpg" ContentType="image/jpg"/>
  <Override PartName="/ppt/media/image57.jpg" ContentType="image/jpg"/>
  <Override PartName="/ppt/media/image58.jpg" ContentType="image/jpg"/>
  <Override PartName="/ppt/media/image59.jpg" ContentType="image/jpg"/>
  <Override PartName="/ppt/media/image60.jpg" ContentType="image/jpg"/>
  <Override PartName="/ppt/media/image61.jpg" ContentType="image/jpg"/>
  <Override PartName="/ppt/media/image62.jpg" ContentType="image/jpg"/>
  <Override PartName="/ppt/media/image63.jpg" ContentType="image/jpg"/>
  <Override PartName="/ppt/media/image64.jpg" ContentType="image/jpg"/>
  <Override PartName="/ppt/media/image65.jpg" ContentType="image/jpg"/>
  <Override PartName="/ppt/media/image66.jpg" ContentType="image/jpg"/>
  <Override PartName="/ppt/media/image67.jpg" ContentType="image/jpg"/>
  <Override PartName="/ppt/media/image68.jpg" ContentType="image/jpg"/>
  <Override PartName="/ppt/media/image69.jpg" ContentType="image/jpg"/>
  <Override PartName="/ppt/media/image7.jpg" ContentType="image/jpg"/>
  <Override PartName="/ppt/media/image70.jpg" ContentType="image/jpg"/>
  <Override PartName="/ppt/media/image71.jpg" ContentType="image/jpg"/>
  <Override PartName="/ppt/media/image72.jpg" ContentType="image/jpg"/>
  <Override PartName="/ppt/media/image73.jpg" ContentType="image/jpg"/>
  <Override PartName="/ppt/media/image74.jpg" ContentType="image/jpg"/>
  <Override PartName="/ppt/media/image75.jpg" ContentType="image/jpg"/>
  <Override PartName="/ppt/media/image76.jpg" ContentType="image/jpg"/>
  <Override PartName="/ppt/media/image77.jpg" ContentType="image/jpg"/>
  <Override PartName="/ppt/media/image79.jpg" ContentType="image/jpg"/>
  <Override PartName="/ppt/media/image8.jpg" ContentType="image/jpg"/>
  <Override PartName="/ppt/media/image80.jpg" ContentType="image/jpg"/>
  <Override PartName="/ppt/media/image81.jpg" ContentType="image/jpg"/>
  <Override PartName="/ppt/media/image82.jpg" ContentType="image/jpg"/>
  <Override PartName="/ppt/media/image83.jpg" ContentType="image/jpg"/>
  <Override PartName="/ppt/media/image84.jpg" ContentType="image/jpg"/>
  <Override PartName="/ppt/media/image85.jpg" ContentType="image/jpg"/>
  <Override PartName="/ppt/media/image86.jpg" ContentType="image/jpg"/>
  <Override PartName="/ppt/media/image88.jpg" ContentType="image/jpg"/>
  <Override PartName="/ppt/media/image89.jpg" ContentType="image/jpg"/>
  <Override PartName="/ppt/media/image9.jpg" ContentType="image/jpg"/>
  <Override PartName="/ppt/media/image90.jpg" ContentType="image/jpg"/>
  <Override PartName="/ppt/media/image91.jpg" ContentType="image/jpg"/>
  <Override PartName="/ppt/media/image92.jpg" ContentType="image/jpg"/>
  <Override PartName="/ppt/media/image93.jpg" ContentType="image/jpg"/>
  <Override PartName="/ppt/media/image94.jpg" ContentType="image/jpg"/>
  <Override PartName="/ppt/media/image95.jpg" ContentType="image/jpg"/>
  <Override PartName="/ppt/media/media2.mp3" ContentType="audio/mpeg"/>
  <Override PartName="/ppt/media/media3.mp3" ContentType="audio/mpeg"/>
  <Override PartName="/ppt/media/media4.mp3" ContentType="audio/mpeg"/>
  <Override PartName="/ppt/media/media5.mp3" ContentType="audio/mpeg"/>
  <Override PartName="/ppt/media/media6.mp3" ContentType="audio/mpeg"/>
  <Override PartName="/ppt/media/media7.mp3" ContentType="audio/mpeg"/>
  <Override PartName="/ppt/media/media8.mp3" ContentType="audio/mpeg"/>
  <Override PartName="/ppt/media/media9.mp3" ContentType="audio/m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35"/>
  </p:notesMasterIdLst>
  <p:sldIdLst>
    <p:sldId id="256" r:id="rId2"/>
    <p:sldId id="289" r:id="rId40"/>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7806917"/>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تُعرض أولًا أمام المحكّمين وتعمل وحدها بصوت الراوي (في البوربوينت فيديو يبدأ تلقائيًا؛ وفي المنصة اضغط 🔊 الراوي). الفصل ٠: الزائر على كرسي LEGO، الكاميرا ترحّب به، عيناه تديران القصر يمينًا ويسارًا مع موجة الضوء، يثبّت نظره فتظهر لغة الإشارة والسرد الصوتي معًا، والرمشة والحارس يوقفان المنصة. ثم محطة الأمان: (١) لهب فقط: القائد يطفئ ويعود للخلف. (٢) غاز فقط: القائد يعطي الروبوت الثاني الإذن. (٣) لهب وغاز: القائد للهب والثاني للغاز + تيليجرام. (٤) النار أكبر: «نحتاج دعمًا»، ورجل الدفاع المدني يقود الروبوتين ٣ و٤ بيده حتى «المتحف آمن». اتركه يعمل كاملًا ثم ابدأ الشرح.
🎬 فيديو بصوت الراوي يبدأ وحده عند فتح الشريحة.</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القائد والروبوت الثاني يرشّان، لكن النار تكبر. تنتهي المهلة (٣٠ ثانية)، فيقرر القائد وحده أنه يحتاج دعمًا ويرسل تيليجرام: «لم نستطع السيطرة… نحتاج دعمًا عاجلًا»، ثم يعود الروبوتان للخلف بأمان. يصل رجل الإطفاء ومعه روبوتان: الثالث عليه خرطوم وكاميرا ESP32-CAM تبث الحريق إلى اللابتوب، والرابع عليه خرطوم فقط. يفتح يده أمام كاميرا اللابتوب فيتقدمان، ويقبضها فيقفان ويبدأ الرش، ويحرّك القبضة يمينًا ويسارًا فيرتفع الخرطوم وينخفض. تنطفئ النار، وتصل رسالة ثانية: «المتحف آمن».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الفكرة الجوهرية لمعرض الأمن: روبوتات مستقلة تعرف حدودها وتطلب المساعدة، وإنسان يقود روبوتات أخرى من مسافة آمنة دون أن يقترب من النار.</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قرار مستقل حقيقي: الروبوت يقيس، ويقارن بمهلته، ويقرر أن المهمة أكبر منه. الاعتراف بالحدود جزء من السلامة.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أو اترك العرض التلقائي: يد مفتوحة فيتقدم الروبوتان، قبضة فيقفان ويبدأ الرش، القبضة يمينًا فيرتفع الخرطوم، ويسارًا فينخفض. الماء يطفئ النار أسرع حين يكون الخرطوم بالزاوية الصحيحة. والصورة على اللابتوب تأتي من ESP32-CAM على الروبوت الثالث.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الأوامر حرف واحد يطير عبر الشبكة إلى الروبوتين، تمامًا مثل أوامر العين في مجسّم المصمك. واختفاء اليد يعني التوقف: الأمان أولًا.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يعرّف كل طالب بنفسه في جملة واحدة: اسمه، والجزء الذي بناه في المشروع.</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microsoft.com/office/2007/relationships/media" Target="../media/media2.mp3"/><Relationship Id="rId2" Type="http://schemas.openxmlformats.org/officeDocument/2006/relationships/audio" Target="../media/media2.mp3"/><Relationship Id="rId3" Type="http://schemas.microsoft.com/office/2007/relationships/media" Target="../media/media3.mp3"/><Relationship Id="rId4" Type="http://schemas.openxmlformats.org/officeDocument/2006/relationships/audio" Target="../media/media3.mp3"/><Relationship Id="rId5" Type="http://schemas.microsoft.com/office/2007/relationships/media" Target="../media/media4.mp3"/><Relationship Id="rId6" Type="http://schemas.openxmlformats.org/officeDocument/2006/relationships/audio" Target="../media/media4.mp3"/><Relationship Id="rId7" Type="http://schemas.microsoft.com/office/2007/relationships/media" Target="../media/media5.mp3"/><Relationship Id="rId8" Type="http://schemas.openxmlformats.org/officeDocument/2006/relationships/audio" Target="../media/media5.mp3"/><Relationship Id="rId9" Type="http://schemas.microsoft.com/office/2007/relationships/media" Target="../media/media6.mp3"/><Relationship Id="rId10" Type="http://schemas.openxmlformats.org/officeDocument/2006/relationships/audio" Target="../media/media6.mp3"/><Relationship Id="rId11" Type="http://schemas.microsoft.com/office/2007/relationships/media" Target="../media/media7.mp3"/><Relationship Id="rId12" Type="http://schemas.openxmlformats.org/officeDocument/2006/relationships/audio" Target="../media/media7.mp3"/><Relationship Id="rId13" Type="http://schemas.openxmlformats.org/officeDocument/2006/relationships/slideLayout" Target="../slideLayouts/slideLayout1.xml"/><Relationship Id="rId14" Type="http://schemas.openxmlformats.org/officeDocument/2006/relationships/notesSlide" Target="../notesSlides/notesSlide3.xml"/><Relationship Id="rId15" Type="http://schemas.openxmlformats.org/officeDocument/2006/relationships/image" Target="../media/image3.jpg"/><Relationship Id="rId16" Type="http://schemas.openxmlformats.org/officeDocument/2006/relationships/image" Target="../media/image4.gif"/><Relationship Id="rId1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 Id="rId9" Type="http://schemas.openxmlformats.org/officeDocument/2006/relationships/image" Target="../media/image1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 Id="rId6" Type="http://schemas.openxmlformats.org/officeDocument/2006/relationships/image" Target="../media/image28.jpg"/><Relationship Id="rId7" Type="http://schemas.openxmlformats.org/officeDocument/2006/relationships/image" Target="../media/image29.jpg"/><Relationship Id="rId8" Type="http://schemas.openxmlformats.org/officeDocument/2006/relationships/image" Target="../media/image30.jpg"/><Relationship Id="rId9" Type="http://schemas.openxmlformats.org/officeDocument/2006/relationships/image" Target="../media/image3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image" Target="../media/image3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0.jpg"/><Relationship Id="rId4" Type="http://schemas.openxmlformats.org/officeDocument/2006/relationships/image" Target="../media/image41.jpg"/><Relationship Id="rId5" Type="http://schemas.openxmlformats.org/officeDocument/2006/relationships/image" Target="../media/image42.jpg"/><Relationship Id="rId6" Type="http://schemas.openxmlformats.org/officeDocument/2006/relationships/image" Target="../media/image43.jpg"/><Relationship Id="rId7" Type="http://schemas.openxmlformats.org/officeDocument/2006/relationships/image" Target="../media/image44.jpg"/><Relationship Id="rId8" Type="http://schemas.openxmlformats.org/officeDocument/2006/relationships/image" Target="../media/image45.jpg"/><Relationship Id="rId9" Type="http://schemas.openxmlformats.org/officeDocument/2006/relationships/image" Target="../media/image4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0.jpg"/><Relationship Id="rId4" Type="http://schemas.openxmlformats.org/officeDocument/2006/relationships/image" Target="../media/image51.jpg"/><Relationship Id="rId5" Type="http://schemas.openxmlformats.org/officeDocument/2006/relationships/image" Target="../media/image52.jpg"/><Relationship Id="rId6" Type="http://schemas.openxmlformats.org/officeDocument/2006/relationships/image" Target="../media/image53.jpg"/><Relationship Id="rId7" Type="http://schemas.openxmlformats.org/officeDocument/2006/relationships/image" Target="../media/image54.jpg"/><Relationship Id="rId8" Type="http://schemas.openxmlformats.org/officeDocument/2006/relationships/image" Target="../media/image55.jpg"/><Relationship Id="rId9" Type="http://schemas.openxmlformats.org/officeDocument/2006/relationships/image" Target="../media/image56.jpg"/><Relationship Id="rId10" Type="http://schemas.openxmlformats.org/officeDocument/2006/relationships/image" Target="../media/image57.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9.jpg"/><Relationship Id="rId4" Type="http://schemas.openxmlformats.org/officeDocument/2006/relationships/image" Target="../media/image60.jpg"/><Relationship Id="rId5" Type="http://schemas.openxmlformats.org/officeDocument/2006/relationships/image" Target="../media/image61.jpg"/><Relationship Id="rId6" Type="http://schemas.openxmlformats.org/officeDocument/2006/relationships/image" Target="../media/image62.jpg"/><Relationship Id="rId7" Type="http://schemas.openxmlformats.org/officeDocument/2006/relationships/image" Target="../media/image63.jpg"/><Relationship Id="rId8" Type="http://schemas.openxmlformats.org/officeDocument/2006/relationships/image" Target="../media/image64.jpg"/><Relationship Id="rId9" Type="http://schemas.openxmlformats.org/officeDocument/2006/relationships/image" Target="../media/image65.jpg"/><Relationship Id="rId10" Type="http://schemas.openxmlformats.org/officeDocument/2006/relationships/image" Target="../media/image6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67.jpg"/><Relationship Id="rId4" Type="http://schemas.openxmlformats.org/officeDocument/2006/relationships/image" Target="../media/image68.jpg"/><Relationship Id="rId5" Type="http://schemas.openxmlformats.org/officeDocument/2006/relationships/image" Target="../media/image69.jpg"/><Relationship Id="rId6" Type="http://schemas.openxmlformats.org/officeDocument/2006/relationships/image" Target="../media/image70.jpg"/><Relationship Id="rId7" Type="http://schemas.openxmlformats.org/officeDocument/2006/relationships/image" Target="../media/image71.jpg"/><Relationship Id="rId8" Type="http://schemas.openxmlformats.org/officeDocument/2006/relationships/image" Target="../media/image7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image" Target="../media/image7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jpeg"/></Relationships>
</file>

<file path=ppt/slides/_rels/slide27.xml.rels><?xml version='1.0' encoding='UTF-8' standalone='yes'?>
<Relationships xmlns="http://schemas.openxmlformats.org/package/2006/relationships"><Relationship Id="rId1" Type="http://schemas.microsoft.com/office/2007/relationships/media" Target="../media/media8.mp3"/><Relationship Id="rId2" Type="http://schemas.openxmlformats.org/officeDocument/2006/relationships/audio" Target="../media/media8.mp3"/><Relationship Id="rId3" Type="http://schemas.openxmlformats.org/officeDocument/2006/relationships/slideLayout" Target="../slideLayouts/slideLayout1.xml"/><Relationship Id="rId4" Type="http://schemas.openxmlformats.org/officeDocument/2006/relationships/notesSlide" Target="../notesSlides/notesSlide27.xml"/><Relationship Id="rId5" Type="http://schemas.openxmlformats.org/officeDocument/2006/relationships/image" Target="../media/image77.jpg"/><Relationship Id="rId6" Type="http://schemas.openxmlformats.org/officeDocument/2006/relationships/image" Target="../media/image78.gif"/><Relationship Id="rId7"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6.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79.jpg"/><Relationship Id="rId4" Type="http://schemas.openxmlformats.org/officeDocument/2006/relationships/image" Target="../media/image80.jpg"/><Relationship Id="rId5" Type="http://schemas.openxmlformats.org/officeDocument/2006/relationships/image" Target="../media/image81.jpg"/><Relationship Id="rId6" Type="http://schemas.openxmlformats.org/officeDocument/2006/relationships/image" Target="../media/image82.jpg"/><Relationship Id="rId7" Type="http://schemas.openxmlformats.org/officeDocument/2006/relationships/image" Target="../media/image83.jpg"/><Relationship Id="rId8" Type="http://schemas.openxmlformats.org/officeDocument/2006/relationships/image" Target="../media/image84.jpg"/><Relationship Id="rId9" Type="http://schemas.openxmlformats.org/officeDocument/2006/relationships/image" Target="../media/image85.jpg"/></Relationships>
</file>

<file path=ppt/slides/_rels/slide30.xml.rels><?xml version='1.0' encoding='UTF-8' standalone='yes'?>
<Relationships xmlns="http://schemas.openxmlformats.org/package/2006/relationships"><Relationship Id="rId1" Type="http://schemas.microsoft.com/office/2007/relationships/media" Target="../media/media9.mp3"/><Relationship Id="rId2" Type="http://schemas.openxmlformats.org/officeDocument/2006/relationships/audio" Target="../media/media9.mp3"/><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86.jpg"/><Relationship Id="rId6" Type="http://schemas.openxmlformats.org/officeDocument/2006/relationships/image" Target="../media/image87.gif"/><Relationship Id="rId7"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88.jpg"/><Relationship Id="rId4" Type="http://schemas.openxmlformats.org/officeDocument/2006/relationships/image" Target="../media/image89.jpg"/><Relationship Id="rId5" Type="http://schemas.openxmlformats.org/officeDocument/2006/relationships/image" Target="../media/image90.jpg"/><Relationship Id="rId6" Type="http://schemas.openxmlformats.org/officeDocument/2006/relationships/image" Target="../media/image91.jpg"/><Relationship Id="rId7" Type="http://schemas.openxmlformats.org/officeDocument/2006/relationships/image" Target="../media/image92.jpg"/><Relationship Id="rId8" Type="http://schemas.openxmlformats.org/officeDocument/2006/relationships/image" Target="../media/image93.jpg"/><Relationship Id="rId9" Type="http://schemas.openxmlformats.org/officeDocument/2006/relationships/image" Target="../media/image94.jpg"/><Relationship Id="rId10" Type="http://schemas.openxmlformats.org/officeDocument/2006/relationships/image" Target="../media/image95.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jpg"/><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5"/>
          <a:stretch>
            <a:fillRect/>
          </a:stretch>
        </p:blipFill>
        <p:spPr>
          <a:xfrm>
            <a:off x="0" y="0"/>
            <a:ext cx="12191695" cy="6858000"/>
          </a:xfrm>
          <a:prstGeom prst="rect">
            <a:avLst/>
          </a:prstGeom>
        </p:spPr>
      </p:pic>
      <p:pic>
        <p:nvPicPr>
          <p:cNvPr id="4" name="video-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user\projects\younes-training\masmak-judges\.pptx-cache\s3.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3.gif"/>
          <p:cNvPicPr>
            <a:picLocks noChangeAspect="1"/>
          </p:cNvPicPr>
          <p:nvPr/>
        </p:nvPicPr>
        <p:blipFill>
          <a:blip r:embed="rId16"/>
          <a:stretch>
            <a:fillRect/>
          </a:stretch>
        </p:blipFill>
        <p:spPr>
          <a:xfrm>
            <a:off x="825479" y="2184400"/>
            <a:ext cx="10540736" cy="3848100"/>
          </a:xfrm>
          <a:prstGeom prst="rect">
            <a:avLst/>
          </a:prstGeom>
        </p:spPr>
      </p:pic>
      <p:pic>
        <p:nvPicPr>
          <p:cNvPr id="5" name="audio-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4">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5">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6">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7">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txBody>
          <a:bodyPr/>
          <a:p/>
        </p:txBody>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8"/>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9"/>
          <p:cNvSpPr/>
          <p:nvPr/>
        </p:nvSpPr>
        <p:spPr>
          <a:xfrm>
            <a:off x="10527487" y="2267712"/>
            <a:ext cx="566928" cy="566928"/>
          </a:xfrm>
          <a:prstGeom prst="roundRect">
            <a:avLst>
              <a:gd name="adj" fmla="val 32258"/>
            </a:avLst>
          </a:prstGeom>
          <a:solidFill>
            <a:srgbClr val="F7E6BC"/>
          </a:solidFill>
          <a:ln/>
        </p:spPr>
        <p:txBody>
          <a:bodyPr/>
          <a:p/>
        </p:txBody>
      </p:sp>
      <p:sp>
        <p:nvSpPr>
          <p:cNvPr id="7" name="anim-g1-10"/>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2"/>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3"/>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4"/>
          <p:cNvSpPr/>
          <p:nvPr/>
        </p:nvSpPr>
        <p:spPr>
          <a:xfrm>
            <a:off x="6920789" y="2267712"/>
            <a:ext cx="566928" cy="566928"/>
          </a:xfrm>
          <a:prstGeom prst="roundRect">
            <a:avLst>
              <a:gd name="adj" fmla="val 32258"/>
            </a:avLst>
          </a:prstGeom>
          <a:solidFill>
            <a:srgbClr val="F7E6BC"/>
          </a:solidFill>
          <a:ln/>
        </p:spPr>
        <p:txBody>
          <a:bodyPr/>
          <a:p/>
        </p:txBody>
      </p:sp>
      <p:sp>
        <p:nvSpPr>
          <p:cNvPr id="12" name="anim-g2-15"/>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6"/>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7"/>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8"/>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9"/>
          <p:cNvSpPr/>
          <p:nvPr/>
        </p:nvSpPr>
        <p:spPr>
          <a:xfrm>
            <a:off x="3314090" y="2267712"/>
            <a:ext cx="566928" cy="566928"/>
          </a:xfrm>
          <a:prstGeom prst="roundRect">
            <a:avLst>
              <a:gd name="adj" fmla="val 32258"/>
            </a:avLst>
          </a:prstGeom>
          <a:solidFill>
            <a:srgbClr val="F7E6BC"/>
          </a:solidFill>
          <a:ln/>
        </p:spPr>
        <p:txBody>
          <a:bodyPr/>
          <a:p/>
        </p:txBody>
      </p:sp>
      <p:sp>
        <p:nvSpPr>
          <p:cNvPr id="17" name="anim-g3-20"/>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1"/>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2"/>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txBody>
          <a:bodyPr/>
          <a:p/>
        </p:txBody>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٦</a:t>
            </a:r>
            <a:endParaRPr lang="ar-SA"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0.jpg"/>
          <p:cNvPicPr>
            <a:picLocks noChangeAspect="1"/>
          </p:cNvPicPr>
          <p:nvPr/>
        </p:nvPicPr>
        <p:blipFill>
          <a:blip r:embed="rId3"/>
          <a:stretch>
            <a:fillRect/>
          </a:stretch>
        </p:blipFill>
        <p:spPr>
          <a:xfrm>
            <a:off x="0" y="0"/>
            <a:ext cx="12191695" cy="6858000"/>
          </a:xfrm>
          <a:prstGeom prst="rect">
            <a:avLst/>
          </a:prstGeom>
        </p:spPr>
      </p:pic>
      <p:pic>
        <p:nvPicPr>
          <p:cNvPr id="3" name="anim-g1-23" descr="C:\Users\user\projects\younes-training\masmak-judges\.pptx-cache\s8-1.jpg"/>
          <p:cNvPicPr>
            <a:picLocks noChangeAspect="1"/>
          </p:cNvPicPr>
          <p:nvPr/>
        </p:nvPicPr>
        <p:blipFill>
          <a:blip r:embed="rId4"/>
          <a:stretch>
            <a:fillRect/>
          </a:stretch>
        </p:blipFill>
        <p:spPr>
          <a:xfrm>
            <a:off x="0" y="0"/>
            <a:ext cx="12191695" cy="6858000"/>
          </a:xfrm>
          <a:prstGeom prst="rect">
            <a:avLst/>
          </a:prstGeom>
        </p:spPr>
      </p:pic>
      <p:pic>
        <p:nvPicPr>
          <p:cNvPr id="4" name="anim-g2-24" descr="C:\Users\user\projects\younes-training\masmak-judges\.pptx-cache\s8-2.jpg"/>
          <p:cNvPicPr>
            <a:picLocks noChangeAspect="1"/>
          </p:cNvPicPr>
          <p:nvPr/>
        </p:nvPicPr>
        <p:blipFill>
          <a:blip r:embed="rId5"/>
          <a:stretch>
            <a:fillRect/>
          </a:stretch>
        </p:blipFill>
        <p:spPr>
          <a:xfrm>
            <a:off x="0" y="0"/>
            <a:ext cx="12191695" cy="6858000"/>
          </a:xfrm>
          <a:prstGeom prst="rect">
            <a:avLst/>
          </a:prstGeom>
        </p:spPr>
      </p:pic>
      <p:pic>
        <p:nvPicPr>
          <p:cNvPr id="5" name="anim-g3-25" descr="C:\Users\user\projects\younes-training\masmak-judges\.pptx-cache\s8-3.jpg"/>
          <p:cNvPicPr>
            <a:picLocks noChangeAspect="1"/>
          </p:cNvPicPr>
          <p:nvPr/>
        </p:nvPicPr>
        <p:blipFill>
          <a:blip r:embed="rId6"/>
          <a:stretch>
            <a:fillRect/>
          </a:stretch>
        </p:blipFill>
        <p:spPr>
          <a:xfrm>
            <a:off x="0" y="0"/>
            <a:ext cx="12191695" cy="6858000"/>
          </a:xfrm>
          <a:prstGeom prst="rect">
            <a:avLst/>
          </a:prstGeom>
        </p:spPr>
      </p:pic>
      <p:pic>
        <p:nvPicPr>
          <p:cNvPr id="6" name="anim-g4-26" descr="C:\Users\user\projects\younes-training\masmak-judges\.pptx-cache\s8-4.jpg"/>
          <p:cNvPicPr>
            <a:picLocks noChangeAspect="1"/>
          </p:cNvPicPr>
          <p:nvPr/>
        </p:nvPicPr>
        <p:blipFill>
          <a:blip r:embed="rId7"/>
          <a:stretch>
            <a:fillRect/>
          </a:stretch>
        </p:blipFill>
        <p:spPr>
          <a:xfrm>
            <a:off x="0" y="0"/>
            <a:ext cx="12191695" cy="6858000"/>
          </a:xfrm>
          <a:prstGeom prst="rect">
            <a:avLst/>
          </a:prstGeom>
        </p:spPr>
      </p:pic>
      <p:pic>
        <p:nvPicPr>
          <p:cNvPr id="7" name="anim-g5-27" descr="C:\Users\user\projects\younes-training\masmak-judges\.pptx-cache\s8-5.jpg"/>
          <p:cNvPicPr>
            <a:picLocks noChangeAspect="1"/>
          </p:cNvPicPr>
          <p:nvPr/>
        </p:nvPicPr>
        <p:blipFill>
          <a:blip r:embed="rId8"/>
          <a:stretch>
            <a:fillRect/>
          </a:stretch>
        </p:blipFill>
        <p:spPr>
          <a:xfrm>
            <a:off x="0" y="0"/>
            <a:ext cx="12191695" cy="6858000"/>
          </a:xfrm>
          <a:prstGeom prst="rect">
            <a:avLst/>
          </a:prstGeom>
        </p:spPr>
      </p:pic>
      <p:pic>
        <p:nvPicPr>
          <p:cNvPr id="8" name="anim-g6-28" descr="C:\Users\user\projects\younes-training\masmak-judges\.pptx-cache\s8-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0.jpg"/>
          <p:cNvPicPr>
            <a:picLocks noChangeAspect="1"/>
          </p:cNvPicPr>
          <p:nvPr/>
        </p:nvPicPr>
        <p:blipFill>
          <a:blip r:embed="rId3"/>
          <a:stretch>
            <a:fillRect/>
          </a:stretch>
        </p:blipFill>
        <p:spPr>
          <a:xfrm>
            <a:off x="0" y="0"/>
            <a:ext cx="12191695" cy="6858000"/>
          </a:xfrm>
          <a:prstGeom prst="rect">
            <a:avLst/>
          </a:prstGeom>
        </p:spPr>
      </p:pic>
      <p:pic>
        <p:nvPicPr>
          <p:cNvPr id="3" name="anim-g1-29" descr="C:\Users\user\projects\younes-training\masmak-judges\.pptx-cache\s10-1.jpg"/>
          <p:cNvPicPr>
            <a:picLocks noChangeAspect="1"/>
          </p:cNvPicPr>
          <p:nvPr/>
        </p:nvPicPr>
        <p:blipFill>
          <a:blip r:embed="rId4"/>
          <a:stretch>
            <a:fillRect/>
          </a:stretch>
        </p:blipFill>
        <p:spPr>
          <a:xfrm>
            <a:off x="0" y="0"/>
            <a:ext cx="12191695" cy="6858000"/>
          </a:xfrm>
          <a:prstGeom prst="rect">
            <a:avLst/>
          </a:prstGeom>
        </p:spPr>
      </p:pic>
      <p:pic>
        <p:nvPicPr>
          <p:cNvPr id="4" name="anim-g2-30" descr="C:\Users\user\projects\younes-training\masmak-judges\.pptx-cache\s10-2.jpg"/>
          <p:cNvPicPr>
            <a:picLocks noChangeAspect="1"/>
          </p:cNvPicPr>
          <p:nvPr/>
        </p:nvPicPr>
        <p:blipFill>
          <a:blip r:embed="rId5"/>
          <a:stretch>
            <a:fillRect/>
          </a:stretch>
        </p:blipFill>
        <p:spPr>
          <a:xfrm>
            <a:off x="0" y="0"/>
            <a:ext cx="12191695" cy="6858000"/>
          </a:xfrm>
          <a:prstGeom prst="rect">
            <a:avLst/>
          </a:prstGeom>
        </p:spPr>
      </p:pic>
      <p:pic>
        <p:nvPicPr>
          <p:cNvPr id="5" name="anim-g3-31" descr="C:\Users\user\projects\younes-training\masmak-judges\.pptx-cache\s10-3.jpg"/>
          <p:cNvPicPr>
            <a:picLocks noChangeAspect="1"/>
          </p:cNvPicPr>
          <p:nvPr/>
        </p:nvPicPr>
        <p:blipFill>
          <a:blip r:embed="rId6"/>
          <a:stretch>
            <a:fillRect/>
          </a:stretch>
        </p:blipFill>
        <p:spPr>
          <a:xfrm>
            <a:off x="0" y="0"/>
            <a:ext cx="12191695" cy="6858000"/>
          </a:xfrm>
          <a:prstGeom prst="rect">
            <a:avLst/>
          </a:prstGeom>
        </p:spPr>
      </p:pic>
      <p:pic>
        <p:nvPicPr>
          <p:cNvPr id="6" name="anim-g4-32" descr="C:\Users\user\projects\younes-training\masmak-judges\.pptx-cache\s10-4.jpg"/>
          <p:cNvPicPr>
            <a:picLocks noChangeAspect="1"/>
          </p:cNvPicPr>
          <p:nvPr/>
        </p:nvPicPr>
        <p:blipFill>
          <a:blip r:embed="rId7"/>
          <a:stretch>
            <a:fillRect/>
          </a:stretch>
        </p:blipFill>
        <p:spPr>
          <a:xfrm>
            <a:off x="0" y="0"/>
            <a:ext cx="12191695" cy="6858000"/>
          </a:xfrm>
          <a:prstGeom prst="rect">
            <a:avLst/>
          </a:prstGeom>
        </p:spPr>
      </p:pic>
      <p:pic>
        <p:nvPicPr>
          <p:cNvPr id="7" name="anim-g5-33" descr="C:\Users\user\projects\younes-training\masmak-judges\.pptx-cache\s10-5.jpg"/>
          <p:cNvPicPr>
            <a:picLocks noChangeAspect="1"/>
          </p:cNvPicPr>
          <p:nvPr/>
        </p:nvPicPr>
        <p:blipFill>
          <a:blip r:embed="rId8"/>
          <a:stretch>
            <a:fillRect/>
          </a:stretch>
        </p:blipFill>
        <p:spPr>
          <a:xfrm>
            <a:off x="0" y="0"/>
            <a:ext cx="12191695" cy="6858000"/>
          </a:xfrm>
          <a:prstGeom prst="rect">
            <a:avLst/>
          </a:prstGeom>
        </p:spPr>
      </p:pic>
      <p:pic>
        <p:nvPicPr>
          <p:cNvPr id="8" name="anim-g6-34" descr="C:\Users\user\projects\younes-training\masmak-judges\.pptx-cache\s10-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0.jpg"/>
          <p:cNvPicPr>
            <a:picLocks noChangeAspect="1"/>
          </p:cNvPicPr>
          <p:nvPr/>
        </p:nvPicPr>
        <p:blipFill>
          <a:blip r:embed="rId3"/>
          <a:stretch>
            <a:fillRect/>
          </a:stretch>
        </p:blipFill>
        <p:spPr>
          <a:xfrm>
            <a:off x="0" y="0"/>
            <a:ext cx="12191695" cy="6858000"/>
          </a:xfrm>
          <a:prstGeom prst="rect">
            <a:avLst/>
          </a:prstGeom>
        </p:spPr>
      </p:pic>
      <p:pic>
        <p:nvPicPr>
          <p:cNvPr id="3" name="anim-g1-35" descr="C:\Users\user\projects\younes-training\masmak-judges\.pptx-cache\s12-1.jpg"/>
          <p:cNvPicPr>
            <a:picLocks noChangeAspect="1"/>
          </p:cNvPicPr>
          <p:nvPr/>
        </p:nvPicPr>
        <p:blipFill>
          <a:blip r:embed="rId4"/>
          <a:stretch>
            <a:fillRect/>
          </a:stretch>
        </p:blipFill>
        <p:spPr>
          <a:xfrm>
            <a:off x="0" y="0"/>
            <a:ext cx="12191695" cy="6858000"/>
          </a:xfrm>
          <a:prstGeom prst="rect">
            <a:avLst/>
          </a:prstGeom>
        </p:spPr>
      </p:pic>
      <p:pic>
        <p:nvPicPr>
          <p:cNvPr id="4" name="anim-g2-36" descr="C:\Users\user\projects\younes-training\masmak-judges\.pptx-cache\s12-2.jpg"/>
          <p:cNvPicPr>
            <a:picLocks noChangeAspect="1"/>
          </p:cNvPicPr>
          <p:nvPr/>
        </p:nvPicPr>
        <p:blipFill>
          <a:blip r:embed="rId5"/>
          <a:stretch>
            <a:fillRect/>
          </a:stretch>
        </p:blipFill>
        <p:spPr>
          <a:xfrm>
            <a:off x="0" y="0"/>
            <a:ext cx="12191695" cy="6858000"/>
          </a:xfrm>
          <a:prstGeom prst="rect">
            <a:avLst/>
          </a:prstGeom>
        </p:spPr>
      </p:pic>
      <p:pic>
        <p:nvPicPr>
          <p:cNvPr id="5" name="anim-g3-37" descr="C:\Users\user\projects\younes-training\masmak-judges\.pptx-cache\s12-3.jpg"/>
          <p:cNvPicPr>
            <a:picLocks noChangeAspect="1"/>
          </p:cNvPicPr>
          <p:nvPr/>
        </p:nvPicPr>
        <p:blipFill>
          <a:blip r:embed="rId6"/>
          <a:stretch>
            <a:fillRect/>
          </a:stretch>
        </p:blipFill>
        <p:spPr>
          <a:xfrm>
            <a:off x="0" y="0"/>
            <a:ext cx="12191695" cy="6858000"/>
          </a:xfrm>
          <a:prstGeom prst="rect">
            <a:avLst/>
          </a:prstGeom>
        </p:spPr>
      </p:pic>
      <p:pic>
        <p:nvPicPr>
          <p:cNvPr id="6" name="anim-g4-38" descr="C:\Users\user\projects\younes-training\masmak-judges\.pptx-cache\s12-4.jpg"/>
          <p:cNvPicPr>
            <a:picLocks noChangeAspect="1"/>
          </p:cNvPicPr>
          <p:nvPr/>
        </p:nvPicPr>
        <p:blipFill>
          <a:blip r:embed="rId7"/>
          <a:stretch>
            <a:fillRect/>
          </a:stretch>
        </p:blipFill>
        <p:spPr>
          <a:xfrm>
            <a:off x="0" y="0"/>
            <a:ext cx="12191695" cy="6858000"/>
          </a:xfrm>
          <a:prstGeom prst="rect">
            <a:avLst/>
          </a:prstGeom>
        </p:spPr>
      </p:pic>
      <p:pic>
        <p:nvPicPr>
          <p:cNvPr id="7" name="anim-g5-39" descr="C:\Users\user\projects\younes-training\masmak-judges\.pptx-cache\s12-5.jpg"/>
          <p:cNvPicPr>
            <a:picLocks noChangeAspect="1"/>
          </p:cNvPicPr>
          <p:nvPr/>
        </p:nvPicPr>
        <p:blipFill>
          <a:blip r:embed="rId8"/>
          <a:stretch>
            <a:fillRect/>
          </a:stretch>
        </p:blipFill>
        <p:spPr>
          <a:xfrm>
            <a:off x="0" y="0"/>
            <a:ext cx="12191695" cy="6858000"/>
          </a:xfrm>
          <a:prstGeom prst="rect">
            <a:avLst/>
          </a:prstGeom>
        </p:spPr>
      </p:pic>
      <p:pic>
        <p:nvPicPr>
          <p:cNvPr id="8" name="anim-g6-40" descr="C:\Users\user\projects\younes-training\masmak-judges\.pptx-cache\s12-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0.jpg"/>
          <p:cNvPicPr>
            <a:picLocks noChangeAspect="1"/>
          </p:cNvPicPr>
          <p:nvPr/>
        </p:nvPicPr>
        <p:blipFill>
          <a:blip r:embed="rId3"/>
          <a:stretch>
            <a:fillRect/>
          </a:stretch>
        </p:blipFill>
        <p:spPr>
          <a:xfrm>
            <a:off x="0" y="0"/>
            <a:ext cx="12191695" cy="6858000"/>
          </a:xfrm>
          <a:prstGeom prst="rect">
            <a:avLst/>
          </a:prstGeom>
        </p:spPr>
      </p:pic>
      <p:pic>
        <p:nvPicPr>
          <p:cNvPr id="3" name="anim-g1-41" descr="C:\Users\user\projects\younes-training\masmak-judges\.pptx-cache\s14-1.jpg"/>
          <p:cNvPicPr>
            <a:picLocks noChangeAspect="1"/>
          </p:cNvPicPr>
          <p:nvPr/>
        </p:nvPicPr>
        <p:blipFill>
          <a:blip r:embed="rId4"/>
          <a:stretch>
            <a:fillRect/>
          </a:stretch>
        </p:blipFill>
        <p:spPr>
          <a:xfrm>
            <a:off x="0" y="0"/>
            <a:ext cx="12191695" cy="6858000"/>
          </a:xfrm>
          <a:prstGeom prst="rect">
            <a:avLst/>
          </a:prstGeom>
        </p:spPr>
      </p:pic>
      <p:pic>
        <p:nvPicPr>
          <p:cNvPr id="4" name="anim-g2-42" descr="C:\Users\user\projects\younes-training\masmak-judges\.pptx-cache\s14-2.jpg"/>
          <p:cNvPicPr>
            <a:picLocks noChangeAspect="1"/>
          </p:cNvPicPr>
          <p:nvPr/>
        </p:nvPicPr>
        <p:blipFill>
          <a:blip r:embed="rId5"/>
          <a:stretch>
            <a:fillRect/>
          </a:stretch>
        </p:blipFill>
        <p:spPr>
          <a:xfrm>
            <a:off x="0" y="0"/>
            <a:ext cx="12191695" cy="6858000"/>
          </a:xfrm>
          <a:prstGeom prst="rect">
            <a:avLst/>
          </a:prstGeom>
        </p:spPr>
      </p:pic>
      <p:pic>
        <p:nvPicPr>
          <p:cNvPr id="5" name="anim-g3-43" descr="C:\Users\user\projects\younes-training\masmak-judges\.pptx-cache\s14-3.jpg"/>
          <p:cNvPicPr>
            <a:picLocks noChangeAspect="1"/>
          </p:cNvPicPr>
          <p:nvPr/>
        </p:nvPicPr>
        <p:blipFill>
          <a:blip r:embed="rId6"/>
          <a:stretch>
            <a:fillRect/>
          </a:stretch>
        </p:blipFill>
        <p:spPr>
          <a:xfrm>
            <a:off x="0" y="0"/>
            <a:ext cx="12191695" cy="6858000"/>
          </a:xfrm>
          <a:prstGeom prst="rect">
            <a:avLst/>
          </a:prstGeom>
        </p:spPr>
      </p:pic>
      <p:pic>
        <p:nvPicPr>
          <p:cNvPr id="6" name="anim-g4-44" descr="C:\Users\user\projects\younes-training\masmak-judges\.pptx-cache\s14-4.jpg"/>
          <p:cNvPicPr>
            <a:picLocks noChangeAspect="1"/>
          </p:cNvPicPr>
          <p:nvPr/>
        </p:nvPicPr>
        <p:blipFill>
          <a:blip r:embed="rId7"/>
          <a:stretch>
            <a:fillRect/>
          </a:stretch>
        </p:blipFill>
        <p:spPr>
          <a:xfrm>
            <a:off x="0" y="0"/>
            <a:ext cx="12191695" cy="6858000"/>
          </a:xfrm>
          <a:prstGeom prst="rect">
            <a:avLst/>
          </a:prstGeom>
        </p:spPr>
      </p:pic>
      <p:pic>
        <p:nvPicPr>
          <p:cNvPr id="7" name="anim-g5-45" descr="C:\Users\user\projects\younes-training\masmak-judges\.pptx-cache\s1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0.jpg"/>
          <p:cNvPicPr>
            <a:picLocks noChangeAspect="1"/>
          </p:cNvPicPr>
          <p:nvPr/>
        </p:nvPicPr>
        <p:blipFill>
          <a:blip r:embed="rId3"/>
          <a:stretch>
            <a:fillRect/>
          </a:stretch>
        </p:blipFill>
        <p:spPr>
          <a:xfrm>
            <a:off x="0" y="0"/>
            <a:ext cx="12191695" cy="6858000"/>
          </a:xfrm>
          <a:prstGeom prst="rect">
            <a:avLst/>
          </a:prstGeom>
        </p:spPr>
      </p:pic>
      <p:pic>
        <p:nvPicPr>
          <p:cNvPr id="3" name="anim-g1-46" descr="C:\Users\user\projects\younes-training\masmak-judges\.pptx-cache\s16-1.jpg"/>
          <p:cNvPicPr>
            <a:picLocks noChangeAspect="1"/>
          </p:cNvPicPr>
          <p:nvPr/>
        </p:nvPicPr>
        <p:blipFill>
          <a:blip r:embed="rId4"/>
          <a:stretch>
            <a:fillRect/>
          </a:stretch>
        </p:blipFill>
        <p:spPr>
          <a:xfrm>
            <a:off x="0" y="0"/>
            <a:ext cx="12191695" cy="6858000"/>
          </a:xfrm>
          <a:prstGeom prst="rect">
            <a:avLst/>
          </a:prstGeom>
        </p:spPr>
      </p:pic>
      <p:pic>
        <p:nvPicPr>
          <p:cNvPr id="4" name="anim-g2-47" descr="C:\Users\user\projects\younes-training\masmak-judges\.pptx-cache\s16-2.jpg"/>
          <p:cNvPicPr>
            <a:picLocks noChangeAspect="1"/>
          </p:cNvPicPr>
          <p:nvPr/>
        </p:nvPicPr>
        <p:blipFill>
          <a:blip r:embed="rId5"/>
          <a:stretch>
            <a:fillRect/>
          </a:stretch>
        </p:blipFill>
        <p:spPr>
          <a:xfrm>
            <a:off x="0" y="0"/>
            <a:ext cx="12191695" cy="6858000"/>
          </a:xfrm>
          <a:prstGeom prst="rect">
            <a:avLst/>
          </a:prstGeom>
        </p:spPr>
      </p:pic>
      <p:pic>
        <p:nvPicPr>
          <p:cNvPr id="5" name="anim-g3-48" descr="C:\Users\user\projects\younes-training\masmak-judges\.pptx-cache\s16-3.jpg"/>
          <p:cNvPicPr>
            <a:picLocks noChangeAspect="1"/>
          </p:cNvPicPr>
          <p:nvPr/>
        </p:nvPicPr>
        <p:blipFill>
          <a:blip r:embed="rId6"/>
          <a:stretch>
            <a:fillRect/>
          </a:stretch>
        </p:blipFill>
        <p:spPr>
          <a:xfrm>
            <a:off x="0" y="0"/>
            <a:ext cx="12191695" cy="6858000"/>
          </a:xfrm>
          <a:prstGeom prst="rect">
            <a:avLst/>
          </a:prstGeom>
        </p:spPr>
      </p:pic>
      <p:pic>
        <p:nvPicPr>
          <p:cNvPr id="6" name="anim-g4-49" descr="C:\Users\user\projects\younes-training\masmak-judges\.pptx-cache\s16-4.jpg"/>
          <p:cNvPicPr>
            <a:picLocks noChangeAspect="1"/>
          </p:cNvPicPr>
          <p:nvPr/>
        </p:nvPicPr>
        <p:blipFill>
          <a:blip r:embed="rId7"/>
          <a:stretch>
            <a:fillRect/>
          </a:stretch>
        </p:blipFill>
        <p:spPr>
          <a:xfrm>
            <a:off x="0" y="0"/>
            <a:ext cx="12191695" cy="6858000"/>
          </a:xfrm>
          <a:prstGeom prst="rect">
            <a:avLst/>
          </a:prstGeom>
        </p:spPr>
      </p:pic>
      <p:pic>
        <p:nvPicPr>
          <p:cNvPr id="7" name="anim-g5-50" descr="C:\Users\user\projects\younes-training\masmak-judges\.pptx-cache\s16-5.jpg"/>
          <p:cNvPicPr>
            <a:picLocks noChangeAspect="1"/>
          </p:cNvPicPr>
          <p:nvPr/>
        </p:nvPicPr>
        <p:blipFill>
          <a:blip r:embed="rId8"/>
          <a:stretch>
            <a:fillRect/>
          </a:stretch>
        </p:blipFill>
        <p:spPr>
          <a:xfrm>
            <a:off x="0" y="0"/>
            <a:ext cx="12191695" cy="6858000"/>
          </a:xfrm>
          <a:prstGeom prst="rect">
            <a:avLst/>
          </a:prstGeom>
        </p:spPr>
      </p:pic>
      <p:pic>
        <p:nvPicPr>
          <p:cNvPr id="8" name="anim-g6-51" descr="C:\Users\user\projects\younes-training\masmak-judges\.pptx-cache\s16-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user\projects\younes-training\masmak-judges\.pptx-cache\s17.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txBody>
          <a:bodyPr/>
          <a:p/>
        </p:txBody>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2"/>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53"/>
          <p:cNvSpPr/>
          <p:nvPr/>
        </p:nvSpPr>
        <p:spPr>
          <a:xfrm>
            <a:off x="10527487" y="2267712"/>
            <a:ext cx="566928" cy="566928"/>
          </a:xfrm>
          <a:prstGeom prst="roundRect">
            <a:avLst>
              <a:gd name="adj" fmla="val 32258"/>
            </a:avLst>
          </a:prstGeom>
          <a:solidFill>
            <a:srgbClr val="F7E6BC"/>
          </a:solidFill>
          <a:ln/>
        </p:spPr>
        <p:txBody>
          <a:bodyPr/>
          <a:p/>
        </p:txBody>
      </p:sp>
      <p:sp>
        <p:nvSpPr>
          <p:cNvPr id="7" name="anim-g1-54"/>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5"/>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6"/>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7"/>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58"/>
          <p:cNvSpPr/>
          <p:nvPr/>
        </p:nvSpPr>
        <p:spPr>
          <a:xfrm>
            <a:off x="5117440" y="2267712"/>
            <a:ext cx="566928" cy="566928"/>
          </a:xfrm>
          <a:prstGeom prst="roundRect">
            <a:avLst>
              <a:gd name="adj" fmla="val 32258"/>
            </a:avLst>
          </a:prstGeom>
          <a:solidFill>
            <a:srgbClr val="F7E6BC"/>
          </a:solidFill>
          <a:ln/>
        </p:spPr>
        <p:txBody>
          <a:bodyPr/>
          <a:p/>
        </p:txBody>
      </p:sp>
      <p:sp>
        <p:nvSpPr>
          <p:cNvPr id="12" name="anim-g2-59"/>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60"/>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1"/>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2"/>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63"/>
          <p:cNvSpPr/>
          <p:nvPr/>
        </p:nvSpPr>
        <p:spPr>
          <a:xfrm>
            <a:off x="10527487" y="4393692"/>
            <a:ext cx="566928" cy="566928"/>
          </a:xfrm>
          <a:prstGeom prst="roundRect">
            <a:avLst>
              <a:gd name="adj" fmla="val 32258"/>
            </a:avLst>
          </a:prstGeom>
          <a:solidFill>
            <a:srgbClr val="F7E6BC"/>
          </a:solidFill>
          <a:ln/>
        </p:spPr>
        <p:txBody>
          <a:bodyPr/>
          <a:p/>
        </p:txBody>
      </p:sp>
      <p:sp>
        <p:nvSpPr>
          <p:cNvPr id="17" name="anim-g3-64"/>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5"/>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6"/>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7"/>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68"/>
          <p:cNvSpPr/>
          <p:nvPr/>
        </p:nvSpPr>
        <p:spPr>
          <a:xfrm>
            <a:off x="5117440" y="4393692"/>
            <a:ext cx="566928" cy="566928"/>
          </a:xfrm>
          <a:prstGeom prst="roundRect">
            <a:avLst>
              <a:gd name="adj" fmla="val 32258"/>
            </a:avLst>
          </a:prstGeom>
          <a:solidFill>
            <a:srgbClr val="F7E6BC"/>
          </a:solidFill>
          <a:ln/>
        </p:spPr>
        <p:txBody>
          <a:bodyPr/>
          <a:p/>
        </p:txBody>
      </p:sp>
      <p:sp>
        <p:nvSpPr>
          <p:cNvPr id="22" name="anim-g4-69"/>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70"/>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1"/>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0.jpg"/>
          <p:cNvPicPr>
            <a:picLocks noChangeAspect="1"/>
          </p:cNvPicPr>
          <p:nvPr/>
        </p:nvPicPr>
        <p:blipFill>
          <a:blip r:embed="rId3"/>
          <a:stretch>
            <a:fillRect/>
          </a:stretch>
        </p:blipFill>
        <p:spPr>
          <a:xfrm>
            <a:off x="0" y="0"/>
            <a:ext cx="12191695" cy="6858000"/>
          </a:xfrm>
          <a:prstGeom prst="rect">
            <a:avLst/>
          </a:prstGeom>
        </p:spPr>
      </p:pic>
      <p:pic>
        <p:nvPicPr>
          <p:cNvPr id="3" name="anim-g1-72" descr="C:\Users\user\projects\younes-training\masmak-judges\.pptx-cache\s21-1.jpg"/>
          <p:cNvPicPr>
            <a:picLocks noChangeAspect="1"/>
          </p:cNvPicPr>
          <p:nvPr/>
        </p:nvPicPr>
        <p:blipFill>
          <a:blip r:embed="rId4"/>
          <a:stretch>
            <a:fillRect/>
          </a:stretch>
        </p:blipFill>
        <p:spPr>
          <a:xfrm>
            <a:off x="0" y="0"/>
            <a:ext cx="12191695" cy="6858000"/>
          </a:xfrm>
          <a:prstGeom prst="rect">
            <a:avLst/>
          </a:prstGeom>
        </p:spPr>
      </p:pic>
      <p:pic>
        <p:nvPicPr>
          <p:cNvPr id="4" name="anim-g2-73" descr="C:\Users\user\projects\younes-training\masmak-judges\.pptx-cache\s21-2.jpg"/>
          <p:cNvPicPr>
            <a:picLocks noChangeAspect="1"/>
          </p:cNvPicPr>
          <p:nvPr/>
        </p:nvPicPr>
        <p:blipFill>
          <a:blip r:embed="rId5"/>
          <a:stretch>
            <a:fillRect/>
          </a:stretch>
        </p:blipFill>
        <p:spPr>
          <a:xfrm>
            <a:off x="0" y="0"/>
            <a:ext cx="12191695" cy="6858000"/>
          </a:xfrm>
          <a:prstGeom prst="rect">
            <a:avLst/>
          </a:prstGeom>
        </p:spPr>
      </p:pic>
      <p:pic>
        <p:nvPicPr>
          <p:cNvPr id="5" name="anim-g3-74" descr="C:\Users\user\projects\younes-training\masmak-judges\.pptx-cache\s21-3.jpg"/>
          <p:cNvPicPr>
            <a:picLocks noChangeAspect="1"/>
          </p:cNvPicPr>
          <p:nvPr/>
        </p:nvPicPr>
        <p:blipFill>
          <a:blip r:embed="rId6"/>
          <a:stretch>
            <a:fillRect/>
          </a:stretch>
        </p:blipFill>
        <p:spPr>
          <a:xfrm>
            <a:off x="0" y="0"/>
            <a:ext cx="12191695" cy="6858000"/>
          </a:xfrm>
          <a:prstGeom prst="rect">
            <a:avLst/>
          </a:prstGeom>
        </p:spPr>
      </p:pic>
      <p:pic>
        <p:nvPicPr>
          <p:cNvPr id="6" name="anim-g4-75" descr="C:\Users\user\projects\younes-training\masmak-judges\.pptx-cache\s21-4.jpg"/>
          <p:cNvPicPr>
            <a:picLocks noChangeAspect="1"/>
          </p:cNvPicPr>
          <p:nvPr/>
        </p:nvPicPr>
        <p:blipFill>
          <a:blip r:embed="rId7"/>
          <a:stretch>
            <a:fillRect/>
          </a:stretch>
        </p:blipFill>
        <p:spPr>
          <a:xfrm>
            <a:off x="0" y="0"/>
            <a:ext cx="12191695" cy="6858000"/>
          </a:xfrm>
          <a:prstGeom prst="rect">
            <a:avLst/>
          </a:prstGeom>
        </p:spPr>
      </p:pic>
      <p:pic>
        <p:nvPicPr>
          <p:cNvPr id="7" name="anim-g5-76" descr="C:\Users\user\projects\younes-training\masmak-judges\.pptx-cache\s21-5.jpg"/>
          <p:cNvPicPr>
            <a:picLocks noChangeAspect="1"/>
          </p:cNvPicPr>
          <p:nvPr/>
        </p:nvPicPr>
        <p:blipFill>
          <a:blip r:embed="rId8"/>
          <a:stretch>
            <a:fillRect/>
          </a:stretch>
        </p:blipFill>
        <p:spPr>
          <a:xfrm>
            <a:off x="0" y="0"/>
            <a:ext cx="12191695" cy="6858000"/>
          </a:xfrm>
          <a:prstGeom prst="rect">
            <a:avLst/>
          </a:prstGeom>
        </p:spPr>
      </p:pic>
      <p:pic>
        <p:nvPicPr>
          <p:cNvPr id="8" name="anim-g6-77" descr="C:\Users\user\projects\younes-training\masmak-judges\.pptx-cache\s21-6.jpg"/>
          <p:cNvPicPr>
            <a:picLocks noChangeAspect="1"/>
          </p:cNvPicPr>
          <p:nvPr/>
        </p:nvPicPr>
        <p:blipFill>
          <a:blip r:embed="rId9"/>
          <a:stretch>
            <a:fillRect/>
          </a:stretch>
        </p:blipFill>
        <p:spPr>
          <a:xfrm>
            <a:off x="0" y="0"/>
            <a:ext cx="12191695" cy="6858000"/>
          </a:xfrm>
          <a:prstGeom prst="rect">
            <a:avLst/>
          </a:prstGeom>
        </p:spPr>
      </p:pic>
      <p:pic>
        <p:nvPicPr>
          <p:cNvPr id="9" name="anim-g7-78" descr="C:\Users\user\projects\younes-training\masmak-judges\.pptx-cache\s2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79"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0"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1"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2"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3"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pic>
        <p:nvPicPr>
          <p:cNvPr id="8" name="anim-g6-84" descr="C:\Users\user\projects\younes-training\masmak-judges\.pptx-cache\s23-6.jpg"/>
          <p:cNvPicPr>
            <a:picLocks noChangeAspect="1"/>
          </p:cNvPicPr>
          <p:nvPr/>
        </p:nvPicPr>
        <p:blipFill>
          <a:blip r:embed="rId9"/>
          <a:stretch>
            <a:fillRect/>
          </a:stretch>
        </p:blipFill>
        <p:spPr>
          <a:xfrm>
            <a:off x="0" y="0"/>
            <a:ext cx="12191695" cy="6858000"/>
          </a:xfrm>
          <a:prstGeom prst="rect">
            <a:avLst/>
          </a:prstGeom>
        </p:spPr>
      </p:pic>
      <p:pic>
        <p:nvPicPr>
          <p:cNvPr id="9" name="anim-g7-85" descr="C:\Users\user\projects\younes-training\masmak-judges\.pptx-cache\s23-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86"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87"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88"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pic>
        <p:nvPicPr>
          <p:cNvPr id="6" name="anim-g4-89" descr="C:\Users\user\projects\younes-training\masmak-judges\.pptx-cache\s24-4.jpg"/>
          <p:cNvPicPr>
            <a:picLocks noChangeAspect="1"/>
          </p:cNvPicPr>
          <p:nvPr/>
        </p:nvPicPr>
        <p:blipFill>
          <a:blip r:embed="rId7"/>
          <a:stretch>
            <a:fillRect/>
          </a:stretch>
        </p:blipFill>
        <p:spPr>
          <a:xfrm>
            <a:off x="0" y="0"/>
            <a:ext cx="12191695" cy="6858000"/>
          </a:xfrm>
          <a:prstGeom prst="rect">
            <a:avLst/>
          </a:prstGeom>
        </p:spPr>
      </p:pic>
      <p:pic>
        <p:nvPicPr>
          <p:cNvPr id="7" name="anim-g5-90" descr="C:\Users\user\projects\younes-training\masmak-judges\.pptx-cache\s24-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C:\Users\user\projects\younes-training\masmak-judges\.pptx-cache\s25-0.jpg"/>
          <p:cNvPicPr>
            <a:picLocks noChangeAspect="1"/>
          </p:cNvPicPr>
          <p:nvPr/>
        </p:nvPicPr>
        <p:blipFill>
          <a:blip r:embed="rId3"/>
          <a:stretch>
            <a:fillRect/>
          </a:stretch>
        </p:blipFill>
        <p:spPr>
          <a:xfrm>
            <a:off x="0" y="0"/>
            <a:ext cx="12191695" cy="6858000"/>
          </a:xfrm>
          <a:prstGeom prst="rect">
            <a:avLst/>
          </a:prstGeom>
        </p:spPr>
      </p:pic>
      <p:pic>
        <p:nvPicPr>
          <p:cNvPr id="3" name="anim-g1-91" descr="C:\Users\user\projects\younes-training\masmak-judges\.pptx-cache\s25-1.jpg"/>
          <p:cNvPicPr>
            <a:picLocks noChangeAspect="1"/>
          </p:cNvPicPr>
          <p:nvPr/>
        </p:nvPicPr>
        <p:blipFill>
          <a:blip r:embed="rId4"/>
          <a:stretch>
            <a:fillRect/>
          </a:stretch>
        </p:blipFill>
        <p:spPr>
          <a:xfrm>
            <a:off x="0" y="0"/>
            <a:ext cx="12191695" cy="6858000"/>
          </a:xfrm>
          <a:prstGeom prst="rect">
            <a:avLst/>
          </a:prstGeom>
        </p:spPr>
      </p:pic>
      <p:pic>
        <p:nvPicPr>
          <p:cNvPr id="4" name="anim-g2-92" descr="C:\Users\user\projects\younes-training\masmak-judges\.pptx-cache\s25-2.jpg"/>
          <p:cNvPicPr>
            <a:picLocks noChangeAspect="1"/>
          </p:cNvPicPr>
          <p:nvPr/>
        </p:nvPicPr>
        <p:blipFill>
          <a:blip r:embed="rId5"/>
          <a:stretch>
            <a:fillRect/>
          </a:stretch>
        </p:blipFill>
        <p:spPr>
          <a:xfrm>
            <a:off x="0" y="0"/>
            <a:ext cx="12191695" cy="6858000"/>
          </a:xfrm>
          <a:prstGeom prst="rect">
            <a:avLst/>
          </a:prstGeom>
        </p:spPr>
      </p:pic>
      <p:pic>
        <p:nvPicPr>
          <p:cNvPr id="5" name="anim-g3-93" descr="C:\Users\user\projects\younes-training\masmak-judges\.pptx-cache\s25-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txBody>
          <a:bodyPr/>
          <a:p/>
        </p:txBody>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4"/>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95"/>
          <p:cNvSpPr/>
          <p:nvPr/>
        </p:nvSpPr>
        <p:spPr>
          <a:xfrm>
            <a:off x="10527487" y="2267712"/>
            <a:ext cx="566928" cy="566928"/>
          </a:xfrm>
          <a:prstGeom prst="roundRect">
            <a:avLst>
              <a:gd name="adj" fmla="val 32258"/>
            </a:avLst>
          </a:prstGeom>
          <a:solidFill>
            <a:srgbClr val="F7E6BC"/>
          </a:solidFill>
          <a:ln/>
        </p:spPr>
        <p:txBody>
          <a:bodyPr/>
          <a:p/>
        </p:txBody>
      </p:sp>
      <p:sp>
        <p:nvSpPr>
          <p:cNvPr id="7" name="anim-g1-96"/>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7"/>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8"/>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9"/>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00"/>
          <p:cNvSpPr/>
          <p:nvPr/>
        </p:nvSpPr>
        <p:spPr>
          <a:xfrm>
            <a:off x="5117440" y="2267712"/>
            <a:ext cx="566928" cy="566928"/>
          </a:xfrm>
          <a:prstGeom prst="roundRect">
            <a:avLst>
              <a:gd name="adj" fmla="val 32258"/>
            </a:avLst>
          </a:prstGeom>
          <a:solidFill>
            <a:srgbClr val="F7E6BC"/>
          </a:solidFill>
          <a:ln/>
        </p:spPr>
        <p:txBody>
          <a:bodyPr/>
          <a:p/>
        </p:txBody>
      </p:sp>
      <p:sp>
        <p:nvSpPr>
          <p:cNvPr id="12" name="anim-g2-101"/>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2"/>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3"/>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4"/>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05"/>
          <p:cNvSpPr/>
          <p:nvPr/>
        </p:nvSpPr>
        <p:spPr>
          <a:xfrm>
            <a:off x="10527487" y="4393692"/>
            <a:ext cx="566928" cy="566928"/>
          </a:xfrm>
          <a:prstGeom prst="roundRect">
            <a:avLst>
              <a:gd name="adj" fmla="val 32258"/>
            </a:avLst>
          </a:prstGeom>
          <a:solidFill>
            <a:srgbClr val="F7E6BC"/>
          </a:solidFill>
          <a:ln/>
        </p:spPr>
        <p:txBody>
          <a:bodyPr/>
          <a:p/>
        </p:txBody>
      </p:sp>
      <p:sp>
        <p:nvSpPr>
          <p:cNvPr id="17" name="anim-g3-106"/>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7"/>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8"/>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9"/>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110"/>
          <p:cNvSpPr/>
          <p:nvPr/>
        </p:nvSpPr>
        <p:spPr>
          <a:xfrm>
            <a:off x="5117440" y="4393692"/>
            <a:ext cx="566928" cy="566928"/>
          </a:xfrm>
          <a:prstGeom prst="roundRect">
            <a:avLst>
              <a:gd name="adj" fmla="val 32258"/>
            </a:avLst>
          </a:prstGeom>
          <a:solidFill>
            <a:srgbClr val="F7E6BC"/>
          </a:solidFill>
          <a:ln/>
        </p:spPr>
        <p:txBody>
          <a:bodyPr/>
          <a:p/>
        </p:txBody>
      </p:sp>
      <p:sp>
        <p:nvSpPr>
          <p:cNvPr id="22" name="anim-g4-111"/>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2"/>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3"/>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C:\Users\user\projects\younes-training\masmak-judges\.pptx-cache\s27.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27.gif"/>
          <p:cNvPicPr>
            <a:picLocks noChangeAspect="1"/>
          </p:cNvPicPr>
          <p:nvPr/>
        </p:nvPicPr>
        <p:blipFill>
          <a:blip r:embed="rId6"/>
          <a:stretch>
            <a:fillRect/>
          </a:stretch>
        </p:blipFill>
        <p:spPr>
          <a:xfrm>
            <a:off x="1333467" y="1440160"/>
            <a:ext cx="9524762" cy="4330700"/>
          </a:xfrm>
          <a:prstGeom prst="rect">
            <a:avLst/>
          </a:prstGeom>
        </p:spPr>
      </p:pic>
      <p:pic>
        <p:nvPicPr>
          <p:cNvPr id="5" name="audio-114">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333467" y="5834360"/>
            <a:ext cx="885902" cy="3429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833311" y="457200"/>
            <a:ext cx="4535424" cy="457200"/>
          </a:xfrm>
          <a:prstGeom prst="roundRect">
            <a:avLst>
              <a:gd name="adj" fmla="val 50000"/>
            </a:avLst>
          </a:prstGeom>
          <a:solidFill>
            <a:srgbClr val="F6EBCF"/>
          </a:solidFill>
          <a:ln/>
        </p:spPr>
        <p:txBody>
          <a:bodyPr/>
          <a:p/>
        </p:txBody>
      </p:sp>
      <p:sp>
        <p:nvSpPr>
          <p:cNvPr id="3" name="Text 1"/>
          <p:cNvSpPr/>
          <p:nvPr/>
        </p:nvSpPr>
        <p:spPr>
          <a:xfrm>
            <a:off x="6833311" y="457200"/>
            <a:ext cx="453542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أربعة روبوتات… أربع طرق</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كل روبوت يعمل بطريقة غير الأخرى</a:t>
            </a:r>
            <a:endParaRPr lang="ar-SA" sz="3800" dirty="0"/>
          </a:p>
        </p:txBody>
      </p:sp>
      <p:sp>
        <p:nvSpPr>
          <p:cNvPr id="5" name="anim-g1-11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6" name="anim-g1-116"/>
          <p:cNvSpPr/>
          <p:nvPr/>
        </p:nvSpPr>
        <p:spPr>
          <a:xfrm>
            <a:off x="10527487" y="2267712"/>
            <a:ext cx="566928" cy="566928"/>
          </a:xfrm>
          <a:prstGeom prst="roundRect">
            <a:avLst>
              <a:gd name="adj" fmla="val 32258"/>
            </a:avLst>
          </a:prstGeom>
          <a:solidFill>
            <a:srgbClr val="F7E6BC"/>
          </a:solidFill>
          <a:ln/>
        </p:spPr>
        <p:txBody>
          <a:bodyPr/>
          <a:p/>
        </p:txBody>
      </p:sp>
      <p:sp>
        <p:nvSpPr>
          <p:cNvPr id="7" name="anim-g1-117"/>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18"/>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القائد: يقرر وحده</a:t>
            </a:r>
            <a:endParaRPr lang="ar-SA" sz="2200" dirty="0"/>
          </a:p>
        </p:txBody>
      </p:sp>
      <p:sp>
        <p:nvSpPr>
          <p:cNvPr id="9" name="anim-g1-119"/>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يطفئ اللهب، ويوزّع المهام، ويطلب الدعم بتيليجرام حين لا يكفي</a:t>
            </a:r>
            <a:endParaRPr lang="ar-SA" sz="1900" dirty="0"/>
          </a:p>
        </p:txBody>
      </p:sp>
      <p:sp>
        <p:nvSpPr>
          <p:cNvPr id="10" name="anim-g2-12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1" name="anim-g2-121"/>
          <p:cNvSpPr/>
          <p:nvPr/>
        </p:nvSpPr>
        <p:spPr>
          <a:xfrm>
            <a:off x="5117440" y="2267712"/>
            <a:ext cx="566928" cy="566928"/>
          </a:xfrm>
          <a:prstGeom prst="roundRect">
            <a:avLst>
              <a:gd name="adj" fmla="val 32258"/>
            </a:avLst>
          </a:prstGeom>
          <a:solidFill>
            <a:srgbClr val="F7E6BC"/>
          </a:solidFill>
          <a:ln/>
        </p:spPr>
        <p:txBody>
          <a:bodyPr/>
          <a:p/>
        </p:txBody>
      </p:sp>
      <p:sp>
        <p:nvSpPr>
          <p:cNvPr id="12" name="anim-g2-122"/>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23"/>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٢: ينفّذ الأمر</a:t>
            </a:r>
            <a:endParaRPr lang="ar-SA" sz="2200" dirty="0"/>
          </a:p>
        </p:txBody>
      </p:sp>
      <p:sp>
        <p:nvSpPr>
          <p:cNvPr id="14" name="anim-g2-124"/>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يتحرك إلا بإذن القائد، ويتعامل مع الغاز</a:t>
            </a:r>
            <a:endParaRPr lang="ar-SA" sz="1900" dirty="0"/>
          </a:p>
        </p:txBody>
      </p:sp>
      <p:sp>
        <p:nvSpPr>
          <p:cNvPr id="15" name="anim-g3-12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16" name="anim-g3-126"/>
          <p:cNvSpPr/>
          <p:nvPr/>
        </p:nvSpPr>
        <p:spPr>
          <a:xfrm>
            <a:off x="10527487" y="4393692"/>
            <a:ext cx="566928" cy="566928"/>
          </a:xfrm>
          <a:prstGeom prst="roundRect">
            <a:avLst>
              <a:gd name="adj" fmla="val 32258"/>
            </a:avLst>
          </a:prstGeom>
          <a:solidFill>
            <a:srgbClr val="F7E6BC"/>
          </a:solidFill>
          <a:ln/>
        </p:spPr>
        <p:txBody>
          <a:bodyPr/>
          <a:p/>
        </p:txBody>
      </p:sp>
      <p:sp>
        <p:nvSpPr>
          <p:cNvPr id="17" name="anim-g3-127"/>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28"/>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٣: عين رجل الإطفاء</a:t>
            </a:r>
            <a:endParaRPr lang="ar-SA" sz="2200" dirty="0"/>
          </a:p>
        </p:txBody>
      </p:sp>
      <p:sp>
        <p:nvSpPr>
          <p:cNvPr id="19" name="anim-g3-129"/>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 ESP32-CAM يبث الحريق إلى اللابتوب</a:t>
            </a:r>
            <a:endParaRPr lang="ar-SA" sz="1900" dirty="0"/>
          </a:p>
        </p:txBody>
      </p:sp>
      <p:sp>
        <p:nvSpPr>
          <p:cNvPr id="20" name="anim-g4-13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txBody>
          <a:bodyPr/>
          <a:p/>
        </p:txBody>
      </p:sp>
      <p:sp>
        <p:nvSpPr>
          <p:cNvPr id="21" name="anim-g4-131"/>
          <p:cNvSpPr/>
          <p:nvPr/>
        </p:nvSpPr>
        <p:spPr>
          <a:xfrm>
            <a:off x="5117440" y="4393692"/>
            <a:ext cx="566928" cy="566928"/>
          </a:xfrm>
          <a:prstGeom prst="roundRect">
            <a:avLst>
              <a:gd name="adj" fmla="val 32258"/>
            </a:avLst>
          </a:prstGeom>
          <a:solidFill>
            <a:srgbClr val="F7E6BC"/>
          </a:solidFill>
          <a:ln/>
        </p:spPr>
        <p:txBody>
          <a:bodyPr/>
          <a:p/>
        </p:txBody>
      </p:sp>
      <p:sp>
        <p:nvSpPr>
          <p:cNvPr id="22" name="anim-g4-132"/>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33"/>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الروبوت ٤: خرطوم إضافي</a:t>
            </a:r>
            <a:endParaRPr lang="ar-SA" sz="2200" dirty="0"/>
          </a:p>
        </p:txBody>
      </p:sp>
      <p:sp>
        <p:nvSpPr>
          <p:cNvPr id="24" name="anim-g4-134"/>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خرطوم على سيرفو، يتحرك مع الثالث بحركة اليد نفسها</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رجل الإطفاء  ·  ٢٩</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C:\Users\user\projects\younes-training\masmak-judges\.pptx-cache\s29-0.jpg"/>
          <p:cNvPicPr>
            <a:picLocks noChangeAspect="1"/>
          </p:cNvPicPr>
          <p:nvPr/>
        </p:nvPicPr>
        <p:blipFill>
          <a:blip r:embed="rId3"/>
          <a:stretch>
            <a:fillRect/>
          </a:stretch>
        </p:blipFill>
        <p:spPr>
          <a:xfrm>
            <a:off x="0" y="0"/>
            <a:ext cx="12191695" cy="6858000"/>
          </a:xfrm>
          <a:prstGeom prst="rect">
            <a:avLst/>
          </a:prstGeom>
        </p:spPr>
      </p:pic>
      <p:pic>
        <p:nvPicPr>
          <p:cNvPr id="3" name="anim-g1-135" descr="C:\Users\user\projects\younes-training\masmak-judges\.pptx-cache\s29-1.jpg"/>
          <p:cNvPicPr>
            <a:picLocks noChangeAspect="1"/>
          </p:cNvPicPr>
          <p:nvPr/>
        </p:nvPicPr>
        <p:blipFill>
          <a:blip r:embed="rId4"/>
          <a:stretch>
            <a:fillRect/>
          </a:stretch>
        </p:blipFill>
        <p:spPr>
          <a:xfrm>
            <a:off x="0" y="0"/>
            <a:ext cx="12191695" cy="6858000"/>
          </a:xfrm>
          <a:prstGeom prst="rect">
            <a:avLst/>
          </a:prstGeom>
        </p:spPr>
      </p:pic>
      <p:pic>
        <p:nvPicPr>
          <p:cNvPr id="4" name="anim-g2-136" descr="C:\Users\user\projects\younes-training\masmak-judges\.pptx-cache\s29-2.jpg"/>
          <p:cNvPicPr>
            <a:picLocks noChangeAspect="1"/>
          </p:cNvPicPr>
          <p:nvPr/>
        </p:nvPicPr>
        <p:blipFill>
          <a:blip r:embed="rId5"/>
          <a:stretch>
            <a:fillRect/>
          </a:stretch>
        </p:blipFill>
        <p:spPr>
          <a:xfrm>
            <a:off x="0" y="0"/>
            <a:ext cx="12191695" cy="6858000"/>
          </a:xfrm>
          <a:prstGeom prst="rect">
            <a:avLst/>
          </a:prstGeom>
        </p:spPr>
      </p:pic>
      <p:pic>
        <p:nvPicPr>
          <p:cNvPr id="5" name="anim-g3-137" descr="C:\Users\user\projects\younes-training\masmak-judges\.pptx-cache\s29-3.jpg"/>
          <p:cNvPicPr>
            <a:picLocks noChangeAspect="1"/>
          </p:cNvPicPr>
          <p:nvPr/>
        </p:nvPicPr>
        <p:blipFill>
          <a:blip r:embed="rId6"/>
          <a:stretch>
            <a:fillRect/>
          </a:stretch>
        </p:blipFill>
        <p:spPr>
          <a:xfrm>
            <a:off x="0" y="0"/>
            <a:ext cx="12191695" cy="6858000"/>
          </a:xfrm>
          <a:prstGeom prst="rect">
            <a:avLst/>
          </a:prstGeom>
        </p:spPr>
      </p:pic>
      <p:pic>
        <p:nvPicPr>
          <p:cNvPr id="6" name="anim-g4-138" descr="C:\Users\user\projects\younes-training\masmak-judges\.pptx-cache\s29-4.jpg"/>
          <p:cNvPicPr>
            <a:picLocks noChangeAspect="1"/>
          </p:cNvPicPr>
          <p:nvPr/>
        </p:nvPicPr>
        <p:blipFill>
          <a:blip r:embed="rId7"/>
          <a:stretch>
            <a:fillRect/>
          </a:stretch>
        </p:blipFill>
        <p:spPr>
          <a:xfrm>
            <a:off x="0" y="0"/>
            <a:ext cx="12191695" cy="6858000"/>
          </a:xfrm>
          <a:prstGeom prst="rect">
            <a:avLst/>
          </a:prstGeom>
        </p:spPr>
      </p:pic>
      <p:pic>
        <p:nvPicPr>
          <p:cNvPr id="7" name="anim-g5-139" descr="C:\Users\user\projects\younes-training\masmak-judges\.pptx-cache\s29-5.jpg"/>
          <p:cNvPicPr>
            <a:picLocks noChangeAspect="1"/>
          </p:cNvPicPr>
          <p:nvPr/>
        </p:nvPicPr>
        <p:blipFill>
          <a:blip r:embed="rId8"/>
          <a:stretch>
            <a:fillRect/>
          </a:stretch>
        </p:blipFill>
        <p:spPr>
          <a:xfrm>
            <a:off x="0" y="0"/>
            <a:ext cx="12191695" cy="6858000"/>
          </a:xfrm>
          <a:prstGeom prst="rect">
            <a:avLst/>
          </a:prstGeom>
        </p:spPr>
      </p:pic>
      <p:pic>
        <p:nvPicPr>
          <p:cNvPr id="8" name="anim-g6-140" descr="C:\Users\user\projects\younes-training\masmak-judges\.pptx-cache\s2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C:\Users\user\projects\younes-training\masmak-judges\.pptx-cache\s30.jpg"/>
          <p:cNvPicPr>
            <a:picLocks noChangeAspect="1"/>
          </p:cNvPicPr>
          <p:nvPr/>
        </p:nvPicPr>
        <p:blipFill>
          <a:blip r:embed="rId5"/>
          <a:stretch>
            <a:fillRect/>
          </a:stretch>
        </p:blipFill>
        <p:spPr>
          <a:xfrm>
            <a:off x="0" y="0"/>
            <a:ext cx="12191695" cy="6858000"/>
          </a:xfrm>
          <a:prstGeom prst="rect">
            <a:avLst/>
          </a:prstGeom>
        </p:spPr>
      </p:pic>
      <p:pic>
        <p:nvPicPr>
          <p:cNvPr id="3" name="Image 1" descr="C:\Users\user\projects\younes-training\masmak-judges\.pptx-cache\s30.gif"/>
          <p:cNvPicPr>
            <a:picLocks noChangeAspect="1"/>
          </p:cNvPicPr>
          <p:nvPr/>
        </p:nvPicPr>
        <p:blipFill>
          <a:blip r:embed="rId6"/>
          <a:stretch>
            <a:fillRect/>
          </a:stretch>
        </p:blipFill>
        <p:spPr>
          <a:xfrm>
            <a:off x="4859315" y="1736725"/>
            <a:ext cx="6506901" cy="3643908"/>
          </a:xfrm>
          <a:prstGeom prst="rect">
            <a:avLst/>
          </a:prstGeom>
        </p:spPr>
      </p:pic>
      <p:pic>
        <p:nvPicPr>
          <p:cNvPr id="5" name="audio-14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3833717" y="4854575"/>
            <a:ext cx="847803" cy="38100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C:\Users\user\projects\younes-training\masmak-judges\.pptx-cache\s31-0.jpg"/>
          <p:cNvPicPr>
            <a:picLocks noChangeAspect="1"/>
          </p:cNvPicPr>
          <p:nvPr/>
        </p:nvPicPr>
        <p:blipFill>
          <a:blip r:embed="rId3"/>
          <a:stretch>
            <a:fillRect/>
          </a:stretch>
        </p:blipFill>
        <p:spPr>
          <a:xfrm>
            <a:off x="0" y="0"/>
            <a:ext cx="12191695" cy="6858000"/>
          </a:xfrm>
          <a:prstGeom prst="rect">
            <a:avLst/>
          </a:prstGeom>
        </p:spPr>
      </p:pic>
      <p:pic>
        <p:nvPicPr>
          <p:cNvPr id="3" name="anim-g1-142" descr="C:\Users\user\projects\younes-training\masmak-judges\.pptx-cache\s31-1.jpg"/>
          <p:cNvPicPr>
            <a:picLocks noChangeAspect="1"/>
          </p:cNvPicPr>
          <p:nvPr/>
        </p:nvPicPr>
        <p:blipFill>
          <a:blip r:embed="rId4"/>
          <a:stretch>
            <a:fillRect/>
          </a:stretch>
        </p:blipFill>
        <p:spPr>
          <a:xfrm>
            <a:off x="0" y="0"/>
            <a:ext cx="12191695" cy="6858000"/>
          </a:xfrm>
          <a:prstGeom prst="rect">
            <a:avLst/>
          </a:prstGeom>
        </p:spPr>
      </p:pic>
      <p:pic>
        <p:nvPicPr>
          <p:cNvPr id="4" name="anim-g2-143" descr="C:\Users\user\projects\younes-training\masmak-judges\.pptx-cache\s31-2.jpg"/>
          <p:cNvPicPr>
            <a:picLocks noChangeAspect="1"/>
          </p:cNvPicPr>
          <p:nvPr/>
        </p:nvPicPr>
        <p:blipFill>
          <a:blip r:embed="rId5"/>
          <a:stretch>
            <a:fillRect/>
          </a:stretch>
        </p:blipFill>
        <p:spPr>
          <a:xfrm>
            <a:off x="0" y="0"/>
            <a:ext cx="12191695" cy="6858000"/>
          </a:xfrm>
          <a:prstGeom prst="rect">
            <a:avLst/>
          </a:prstGeom>
        </p:spPr>
      </p:pic>
      <p:pic>
        <p:nvPicPr>
          <p:cNvPr id="5" name="anim-g3-144" descr="C:\Users\user\projects\younes-training\masmak-judges\.pptx-cache\s31-3.jpg"/>
          <p:cNvPicPr>
            <a:picLocks noChangeAspect="1"/>
          </p:cNvPicPr>
          <p:nvPr/>
        </p:nvPicPr>
        <p:blipFill>
          <a:blip r:embed="rId6"/>
          <a:stretch>
            <a:fillRect/>
          </a:stretch>
        </p:blipFill>
        <p:spPr>
          <a:xfrm>
            <a:off x="0" y="0"/>
            <a:ext cx="12191695" cy="6858000"/>
          </a:xfrm>
          <a:prstGeom prst="rect">
            <a:avLst/>
          </a:prstGeom>
        </p:spPr>
      </p:pic>
      <p:pic>
        <p:nvPicPr>
          <p:cNvPr id="6" name="anim-g4-145" descr="C:\Users\user\projects\younes-training\masmak-judges\.pptx-cache\s31-4.jpg"/>
          <p:cNvPicPr>
            <a:picLocks noChangeAspect="1"/>
          </p:cNvPicPr>
          <p:nvPr/>
        </p:nvPicPr>
        <p:blipFill>
          <a:blip r:embed="rId7"/>
          <a:stretch>
            <a:fillRect/>
          </a:stretch>
        </p:blipFill>
        <p:spPr>
          <a:xfrm>
            <a:off x="0" y="0"/>
            <a:ext cx="12191695" cy="6858000"/>
          </a:xfrm>
          <a:prstGeom prst="rect">
            <a:avLst/>
          </a:prstGeom>
        </p:spPr>
      </p:pic>
      <p:pic>
        <p:nvPicPr>
          <p:cNvPr id="7" name="anim-g5-146" descr="C:\Users\user\projects\younes-training\masmak-judges\.pptx-cache\s31-5.jpg"/>
          <p:cNvPicPr>
            <a:picLocks noChangeAspect="1"/>
          </p:cNvPicPr>
          <p:nvPr/>
        </p:nvPicPr>
        <p:blipFill>
          <a:blip r:embed="rId8"/>
          <a:stretch>
            <a:fillRect/>
          </a:stretch>
        </p:blipFill>
        <p:spPr>
          <a:xfrm>
            <a:off x="0" y="0"/>
            <a:ext cx="12191695" cy="6858000"/>
          </a:xfrm>
          <a:prstGeom prst="rect">
            <a:avLst/>
          </a:prstGeom>
        </p:spPr>
      </p:pic>
      <p:pic>
        <p:nvPicPr>
          <p:cNvPr id="8" name="anim-g6-147" descr="C:\Users\user\projects\younes-training\masmak-judges\.pptx-cache\s31-6.jpg"/>
          <p:cNvPicPr>
            <a:picLocks noChangeAspect="1"/>
          </p:cNvPicPr>
          <p:nvPr/>
        </p:nvPicPr>
        <p:blipFill>
          <a:blip r:embed="rId9"/>
          <a:stretch>
            <a:fillRect/>
          </a:stretch>
        </p:blipFill>
        <p:spPr>
          <a:xfrm>
            <a:off x="0" y="0"/>
            <a:ext cx="12191695" cy="6858000"/>
          </a:xfrm>
          <a:prstGeom prst="rect">
            <a:avLst/>
          </a:prstGeom>
        </p:spPr>
      </p:pic>
      <p:pic>
        <p:nvPicPr>
          <p:cNvPr id="9" name="anim-g7-148" descr="C:\Users\user\projects\younes-training\masmak-judges\.pptx-cache\s31-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txBody>
          <a:bodyPr/>
          <a:p/>
        </p:txBody>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txBody>
          <a:bodyPr/>
          <a:p/>
        </p:txBody>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txBody>
          <a:bodyPr/>
          <a:p/>
        </p:txBody>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49"/>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0" name="anim-g1-150"/>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51"/>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txBody>
          <a:bodyPr/>
          <a:p/>
        </p:txBody>
      </p:sp>
      <p:sp>
        <p:nvSpPr>
          <p:cNvPr id="12" name="anim-g1-152"/>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53"/>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4" name="anim-g2-154"/>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55"/>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txBody>
          <a:bodyPr/>
          <a:p/>
        </p:txBody>
      </p:sp>
      <p:sp>
        <p:nvSpPr>
          <p:cNvPr id="16" name="anim-g2-156"/>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57"/>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txBody>
          <a:bodyPr/>
          <a:p/>
        </p:txBody>
      </p:sp>
      <p:sp>
        <p:nvSpPr>
          <p:cNvPr id="18" name="anim-g3-158"/>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59"/>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0" name="anim-g3-160"/>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61"/>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txBody>
          <a:bodyPr/>
          <a:p/>
        </p:txBody>
      </p:sp>
      <p:sp>
        <p:nvSpPr>
          <p:cNvPr id="22" name="anim-g4-162"/>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63"/>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4" name="anim-g4-164"/>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65"/>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txBody>
          <a:bodyPr/>
          <a:p/>
        </p:txBody>
      </p:sp>
      <p:sp>
        <p:nvSpPr>
          <p:cNvPr id="26" name="anim-g5-166"/>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67"/>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txBody>
          <a:bodyPr/>
          <a:p/>
        </p:txBody>
      </p:sp>
      <p:sp>
        <p:nvSpPr>
          <p:cNvPr id="28" name="anim-g5-168"/>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٣٣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txBody>
          <a:bodyPr/>
          <a:p/>
        </p:txBody>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txBody>
          <a:bodyPr/>
          <a:p/>
        </p:txBody>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mage 0" descr="s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2385</Words>
  <Application>Microsoft Office PowerPoint</Application>
  <PresentationFormat>شاشة عريضة</PresentationFormat>
  <Paragraphs>157</Paragraphs>
  <Slides>33</Slides>
  <Notes>33</Notes>
  <HiddenSlides>0</HiddenSlides>
  <MMClips>9</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33</vt:i4>
      </vt:variant>
    </vt:vector>
  </HeadingPairs>
  <TitlesOfParts>
    <vt:vector size="37"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2026-10-10T16:35:02Z</dcterms:created>
  <dcterms:modified xsi:type="dcterms:W3CDTF">2026-10-10T16:35:21Z</dcterms:modified>
</cp:coreProperties>
</file>