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2889395"/>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 Id="rId9" Type="http://schemas.openxmlformats.org/officeDocument/2006/relationships/image" Target="../media/image22.jp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1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1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4.jpg"/><Relationship Id="rId3" Type="http://schemas.openxmlformats.org/officeDocument/2006/relationships/image" Target="../media/image39.jpg"/><Relationship Id="rId7" Type="http://schemas.openxmlformats.org/officeDocument/2006/relationships/image" Target="../media/image43.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2.jpg"/><Relationship Id="rId5" Type="http://schemas.openxmlformats.org/officeDocument/2006/relationships/image" Target="../media/image41.jpg"/><Relationship Id="rId4" Type="http://schemas.openxmlformats.org/officeDocument/2006/relationships/image" Target="../media/image40.jpg"/><Relationship Id="rId9" Type="http://schemas.openxmlformats.org/officeDocument/2006/relationships/image" Target="../media/image45.jpg"/></Relationships>
</file>

<file path=ppt/slides/_rels/slide1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10" Type="http://schemas.openxmlformats.org/officeDocument/2006/relationships/image" Target="../media/image56.jpg"/><Relationship Id="rId4" Type="http://schemas.openxmlformats.org/officeDocument/2006/relationships/image" Target="../media/image50.jpg"/><Relationship Id="rId9" Type="http://schemas.openxmlformats.org/officeDocument/2006/relationships/image" Target="../media/image55.jpg"/></Relationships>
</file>

<file path=ppt/slides/_rels/slide21.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3.jpg"/><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10" Type="http://schemas.openxmlformats.org/officeDocument/2006/relationships/image" Target="../media/image65.jpg"/><Relationship Id="rId4" Type="http://schemas.openxmlformats.org/officeDocument/2006/relationships/image" Target="../media/image59.jpg"/><Relationship Id="rId9" Type="http://schemas.openxmlformats.org/officeDocument/2006/relationships/image" Target="../media/image64.jpg"/></Relationships>
</file>

<file path=ppt/slides/_rels/slide23.xml.rels><?xml version="1.0" encoding="UTF-8" standalone="yes"?>
<Relationships xmlns="http://schemas.openxmlformats.org/package/2006/relationships"><Relationship Id="rId8" Type="http://schemas.openxmlformats.org/officeDocument/2006/relationships/image" Target="../media/image71.jpg"/><Relationship Id="rId3" Type="http://schemas.openxmlformats.org/officeDocument/2006/relationships/image" Target="../media/image66.jpg"/><Relationship Id="rId7" Type="http://schemas.openxmlformats.org/officeDocument/2006/relationships/image" Target="../media/image70.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9.jpg"/><Relationship Id="rId5" Type="http://schemas.openxmlformats.org/officeDocument/2006/relationships/image" Target="../media/image68.jpg"/><Relationship Id="rId4" Type="http://schemas.openxmlformats.org/officeDocument/2006/relationships/image" Target="../media/image67.jpg"/></Relationships>
</file>

<file path=ppt/slides/_rels/slide24.xml.rels><?xml version="1.0" encoding="UTF-8" standalone="yes"?>
<Relationships xmlns="http://schemas.openxmlformats.org/package/2006/relationships"><Relationship Id="rId3" Type="http://schemas.openxmlformats.org/officeDocument/2006/relationships/image" Target="../media/image72.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5.jpg"/><Relationship Id="rId5" Type="http://schemas.openxmlformats.org/officeDocument/2006/relationships/image" Target="../media/image74.jpg"/><Relationship Id="rId4" Type="http://schemas.openxmlformats.org/officeDocument/2006/relationships/image" Target="../media/image73.jpg"/></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7.gif"/><Relationship Id="rId5" Type="http://schemas.openxmlformats.org/officeDocument/2006/relationships/image" Target="../media/image76.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8" Type="http://schemas.openxmlformats.org/officeDocument/2006/relationships/image" Target="../media/image83.jpg"/><Relationship Id="rId3" Type="http://schemas.openxmlformats.org/officeDocument/2006/relationships/image" Target="../media/image78.jpg"/><Relationship Id="rId7" Type="http://schemas.openxmlformats.org/officeDocument/2006/relationships/image" Target="../media/image82.jp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1.jpg"/><Relationship Id="rId5" Type="http://schemas.openxmlformats.org/officeDocument/2006/relationships/image" Target="../media/image80.jpg"/><Relationship Id="rId4" Type="http://schemas.openxmlformats.org/officeDocument/2006/relationships/image" Target="../media/image79.jpg"/><Relationship Id="rId9" Type="http://schemas.openxmlformats.org/officeDocument/2006/relationships/image" Target="../media/image84.jp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6.gif"/><Relationship Id="rId5" Type="http://schemas.openxmlformats.org/officeDocument/2006/relationships/image" Target="../media/image85.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8" Type="http://schemas.openxmlformats.org/officeDocument/2006/relationships/image" Target="../media/image92.jpg"/><Relationship Id="rId3" Type="http://schemas.openxmlformats.org/officeDocument/2006/relationships/image" Target="../media/image87.jpg"/><Relationship Id="rId7" Type="http://schemas.openxmlformats.org/officeDocument/2006/relationships/image" Target="../media/image91.jp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90.jpg"/><Relationship Id="rId5" Type="http://schemas.openxmlformats.org/officeDocument/2006/relationships/image" Target="../media/image89.jpg"/><Relationship Id="rId10" Type="http://schemas.openxmlformats.org/officeDocument/2006/relationships/image" Target="../media/image94.jpg"/><Relationship Id="rId4" Type="http://schemas.openxmlformats.org/officeDocument/2006/relationships/image" Target="../media/image88.jpg"/><Relationship Id="rId9" Type="http://schemas.openxmlformats.org/officeDocument/2006/relationships/image" Target="../media/image93.jpg"/></Relationships>
</file>

<file path=ppt/slides/_rels/slide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2.gif"/>
          <p:cNvPicPr>
            <a:picLocks noChangeAspect="1"/>
          </p:cNvPicPr>
          <p:nvPr/>
        </p:nvPicPr>
        <p:blipFill>
          <a:blip r:embed="rId16"/>
          <a:stretch>
            <a:fillRect/>
          </a:stretch>
        </p:blipFill>
        <p:spPr>
          <a:xfrm>
            <a:off x="825479" y="2184400"/>
            <a:ext cx="10540736" cy="384810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
          <p:cNvSpPr/>
          <p:nvPr/>
        </p:nvSpPr>
        <p:spPr>
          <a:xfrm>
            <a:off x="10527487" y="2267712"/>
            <a:ext cx="566928" cy="566928"/>
          </a:xfrm>
          <a:prstGeom prst="roundRect">
            <a:avLst>
              <a:gd name="adj" fmla="val 32258"/>
            </a:avLst>
          </a:prstGeom>
          <a:solidFill>
            <a:srgbClr val="F7E6BC"/>
          </a:solidFill>
          <a:ln/>
        </p:spPr>
      </p:sp>
      <p:sp>
        <p:nvSpPr>
          <p:cNvPr id="7" name="anim-g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3"/>
          <p:cNvSpPr/>
          <p:nvPr/>
        </p:nvSpPr>
        <p:spPr>
          <a:xfrm>
            <a:off x="6920789" y="2267712"/>
            <a:ext cx="566928" cy="566928"/>
          </a:xfrm>
          <a:prstGeom prst="roundRect">
            <a:avLst>
              <a:gd name="adj" fmla="val 32258"/>
            </a:avLst>
          </a:prstGeom>
          <a:solidFill>
            <a:srgbClr val="F7E6BC"/>
          </a:solidFill>
          <a:ln/>
        </p:spPr>
      </p:sp>
      <p:sp>
        <p:nvSpPr>
          <p:cNvPr id="12" name="anim-g2-1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8"/>
          <p:cNvSpPr/>
          <p:nvPr/>
        </p:nvSpPr>
        <p:spPr>
          <a:xfrm>
            <a:off x="3314090" y="2267712"/>
            <a:ext cx="566928" cy="566928"/>
          </a:xfrm>
          <a:prstGeom prst="roundRect">
            <a:avLst>
              <a:gd name="adj" fmla="val 32258"/>
            </a:avLst>
          </a:prstGeom>
          <a:solidFill>
            <a:srgbClr val="F7E6BC"/>
          </a:solidFill>
          <a:ln/>
        </p:spPr>
      </p:sp>
      <p:sp>
        <p:nvSpPr>
          <p:cNvPr id="17" name="anim-g3-1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icPr>
            <a:picLocks noChangeAspect="1"/>
          </p:cNvPicPr>
          <p:nvPr/>
        </p:nvPicPr>
        <p:blipFill>
          <a:blip r:embed="rId3"/>
          <a:stretch>
            <a:fillRect/>
          </a:stretch>
        </p:blipFill>
        <p:spPr>
          <a:xfrm>
            <a:off x="0" y="0"/>
            <a:ext cx="12191695" cy="6858000"/>
          </a:xfrm>
          <a:prstGeom prst="rect">
            <a:avLst/>
          </a:prstGeom>
        </p:spPr>
      </p:pic>
      <p:pic>
        <p:nvPicPr>
          <p:cNvPr id="3" name="anim-g1-22" descr="C:\Users\user\projects\younes-training\masmak-judges\.pptx-cache\s7-1.jpg"/>
          <p:cNvPicPr>
            <a:picLocks noChangeAspect="1"/>
          </p:cNvPicPr>
          <p:nvPr/>
        </p:nvPicPr>
        <p:blipFill>
          <a:blip r:embed="rId4"/>
          <a:stretch>
            <a:fillRect/>
          </a:stretch>
        </p:blipFill>
        <p:spPr>
          <a:xfrm>
            <a:off x="0" y="0"/>
            <a:ext cx="12191695" cy="6858000"/>
          </a:xfrm>
          <a:prstGeom prst="rect">
            <a:avLst/>
          </a:prstGeom>
        </p:spPr>
      </p:pic>
      <p:pic>
        <p:nvPicPr>
          <p:cNvPr id="4" name="anim-g2-23" descr="C:\Users\user\projects\younes-training\masmak-judges\.pptx-cache\s7-2.jpg"/>
          <p:cNvPicPr>
            <a:picLocks noChangeAspect="1"/>
          </p:cNvPicPr>
          <p:nvPr/>
        </p:nvPicPr>
        <p:blipFill>
          <a:blip r:embed="rId5"/>
          <a:stretch>
            <a:fillRect/>
          </a:stretch>
        </p:blipFill>
        <p:spPr>
          <a:xfrm>
            <a:off x="0" y="0"/>
            <a:ext cx="12191695" cy="6858000"/>
          </a:xfrm>
          <a:prstGeom prst="rect">
            <a:avLst/>
          </a:prstGeom>
        </p:spPr>
      </p:pic>
      <p:pic>
        <p:nvPicPr>
          <p:cNvPr id="5" name="anim-g3-24" descr="C:\Users\user\projects\younes-training\masmak-judges\.pptx-cache\s7-3.jpg"/>
          <p:cNvPicPr>
            <a:picLocks noChangeAspect="1"/>
          </p:cNvPicPr>
          <p:nvPr/>
        </p:nvPicPr>
        <p:blipFill>
          <a:blip r:embed="rId6"/>
          <a:stretch>
            <a:fillRect/>
          </a:stretch>
        </p:blipFill>
        <p:spPr>
          <a:xfrm>
            <a:off x="0" y="0"/>
            <a:ext cx="12191695" cy="6858000"/>
          </a:xfrm>
          <a:prstGeom prst="rect">
            <a:avLst/>
          </a:prstGeom>
        </p:spPr>
      </p:pic>
      <p:pic>
        <p:nvPicPr>
          <p:cNvPr id="6" name="anim-g4-25" descr="C:\Users\user\projects\younes-training\masmak-judges\.pptx-cache\s7-4.jpg"/>
          <p:cNvPicPr>
            <a:picLocks noChangeAspect="1"/>
          </p:cNvPicPr>
          <p:nvPr/>
        </p:nvPicPr>
        <p:blipFill>
          <a:blip r:embed="rId7"/>
          <a:stretch>
            <a:fillRect/>
          </a:stretch>
        </p:blipFill>
        <p:spPr>
          <a:xfrm>
            <a:off x="0" y="0"/>
            <a:ext cx="12191695" cy="6858000"/>
          </a:xfrm>
          <a:prstGeom prst="rect">
            <a:avLst/>
          </a:prstGeom>
        </p:spPr>
      </p:pic>
      <p:pic>
        <p:nvPicPr>
          <p:cNvPr id="7" name="anim-g5-26" descr="C:\Users\user\projects\younes-training\masmak-judges\.pptx-cache\s7-5.jpg"/>
          <p:cNvPicPr>
            <a:picLocks noChangeAspect="1"/>
          </p:cNvPicPr>
          <p:nvPr/>
        </p:nvPicPr>
        <p:blipFill>
          <a:blip r:embed="rId8"/>
          <a:stretch>
            <a:fillRect/>
          </a:stretch>
        </p:blipFill>
        <p:spPr>
          <a:xfrm>
            <a:off x="0" y="0"/>
            <a:ext cx="12191695" cy="6858000"/>
          </a:xfrm>
          <a:prstGeom prst="rect">
            <a:avLst/>
          </a:prstGeom>
        </p:spPr>
      </p:pic>
      <p:pic>
        <p:nvPicPr>
          <p:cNvPr id="8" name="anim-g6-27" descr="C:\Users\user\projects\younes-training\masmak-judges\.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icPr>
            <a:picLocks noChangeAspect="1"/>
          </p:cNvPicPr>
          <p:nvPr/>
        </p:nvPicPr>
        <p:blipFill>
          <a:blip r:embed="rId3"/>
          <a:stretch>
            <a:fillRect/>
          </a:stretch>
        </p:blipFill>
        <p:spPr>
          <a:xfrm>
            <a:off x="0" y="0"/>
            <a:ext cx="12191695" cy="6858000"/>
          </a:xfrm>
          <a:prstGeom prst="rect">
            <a:avLst/>
          </a:prstGeom>
        </p:spPr>
      </p:pic>
      <p:pic>
        <p:nvPicPr>
          <p:cNvPr id="3" name="anim-g1-28" descr="C:\Users\user\projects\younes-training\masmak-judges\.pptx-cache\s9-1.jpg"/>
          <p:cNvPicPr>
            <a:picLocks noChangeAspect="1"/>
          </p:cNvPicPr>
          <p:nvPr/>
        </p:nvPicPr>
        <p:blipFill>
          <a:blip r:embed="rId4"/>
          <a:stretch>
            <a:fillRect/>
          </a:stretch>
        </p:blipFill>
        <p:spPr>
          <a:xfrm>
            <a:off x="0" y="0"/>
            <a:ext cx="12191695" cy="6858000"/>
          </a:xfrm>
          <a:prstGeom prst="rect">
            <a:avLst/>
          </a:prstGeom>
        </p:spPr>
      </p:pic>
      <p:pic>
        <p:nvPicPr>
          <p:cNvPr id="4" name="anim-g2-29" descr="C:\Users\user\projects\younes-training\masmak-judges\.pptx-cache\s9-2.jpg"/>
          <p:cNvPicPr>
            <a:picLocks noChangeAspect="1"/>
          </p:cNvPicPr>
          <p:nvPr/>
        </p:nvPicPr>
        <p:blipFill>
          <a:blip r:embed="rId5"/>
          <a:stretch>
            <a:fillRect/>
          </a:stretch>
        </p:blipFill>
        <p:spPr>
          <a:xfrm>
            <a:off x="0" y="0"/>
            <a:ext cx="12191695" cy="6858000"/>
          </a:xfrm>
          <a:prstGeom prst="rect">
            <a:avLst/>
          </a:prstGeom>
        </p:spPr>
      </p:pic>
      <p:pic>
        <p:nvPicPr>
          <p:cNvPr id="5" name="anim-g3-30" descr="C:\Users\user\projects\younes-training\masmak-judges\.pptx-cache\s9-3.jpg"/>
          <p:cNvPicPr>
            <a:picLocks noChangeAspect="1"/>
          </p:cNvPicPr>
          <p:nvPr/>
        </p:nvPicPr>
        <p:blipFill>
          <a:blip r:embed="rId6"/>
          <a:stretch>
            <a:fillRect/>
          </a:stretch>
        </p:blipFill>
        <p:spPr>
          <a:xfrm>
            <a:off x="0" y="0"/>
            <a:ext cx="12191695" cy="6858000"/>
          </a:xfrm>
          <a:prstGeom prst="rect">
            <a:avLst/>
          </a:prstGeom>
        </p:spPr>
      </p:pic>
      <p:pic>
        <p:nvPicPr>
          <p:cNvPr id="6" name="anim-g4-31" descr="C:\Users\user\projects\younes-training\masmak-judges\.pptx-cache\s9-4.jpg"/>
          <p:cNvPicPr>
            <a:picLocks noChangeAspect="1"/>
          </p:cNvPicPr>
          <p:nvPr/>
        </p:nvPicPr>
        <p:blipFill>
          <a:blip r:embed="rId7"/>
          <a:stretch>
            <a:fillRect/>
          </a:stretch>
        </p:blipFill>
        <p:spPr>
          <a:xfrm>
            <a:off x="0" y="0"/>
            <a:ext cx="12191695" cy="6858000"/>
          </a:xfrm>
          <a:prstGeom prst="rect">
            <a:avLst/>
          </a:prstGeom>
        </p:spPr>
      </p:pic>
      <p:pic>
        <p:nvPicPr>
          <p:cNvPr id="7" name="anim-g5-32" descr="C:\Users\user\projects\younes-training\masmak-judges\.pptx-cache\s9-5.jpg"/>
          <p:cNvPicPr>
            <a:picLocks noChangeAspect="1"/>
          </p:cNvPicPr>
          <p:nvPr/>
        </p:nvPicPr>
        <p:blipFill>
          <a:blip r:embed="rId8"/>
          <a:stretch>
            <a:fillRect/>
          </a:stretch>
        </p:blipFill>
        <p:spPr>
          <a:xfrm>
            <a:off x="0" y="0"/>
            <a:ext cx="12191695" cy="6858000"/>
          </a:xfrm>
          <a:prstGeom prst="rect">
            <a:avLst/>
          </a:prstGeom>
        </p:spPr>
      </p:pic>
      <p:pic>
        <p:nvPicPr>
          <p:cNvPr id="8" name="anim-g6-33" descr="C:\Users\user\projects\younes-training\masmak-judges\.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34" descr="C:\Users\user\projects\younes-training\masmak-judges\.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35" descr="C:\Users\user\projects\younes-training\masmak-judges\.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36" descr="C:\Users\user\projects\younes-training\masmak-judges\.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37" descr="C:\Users\user\projects\younes-training\masmak-judges\.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38" descr="C:\Users\user\projects\younes-training\masmak-judges\.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39" descr="C:\Users\user\projects\younes-training\masmak-judges\.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40" descr="C:\Users\user\projects\younes-training\masmak-judges\.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41" descr="C:\Users\user\projects\younes-training\masmak-judges\.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42" descr="C:\Users\user\projects\younes-training\masmak-judges\.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43" descr="C:\Users\user\projects\younes-training\masmak-judges\.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44" descr="C:\Users\user\projects\younes-training\masmak-judges\.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45" descr="C:\Users\user\projects\younes-training\masmak-judges\.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46" descr="C:\Users\user\projects\younes-training\masmak-judges\.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47" descr="C:\Users\user\projects\younes-training\masmak-judges\.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48" descr="C:\Users\user\projects\younes-training\masmak-judges\.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49" descr="C:\Users\user\projects\younes-training\masmak-judges\.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50" descr="C:\Users\user\projects\younes-training\masmak-judges\.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71" descr="C:\Users\user\projects\younes-training\masmak-judges\.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72" descr="C:\Users\user\projects\younes-training\masmak-judges\.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73" descr="C:\Users\user\projects\younes-training\masmak-judges\.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74" descr="C:\Users\user\projects\younes-training\masmak-judges\.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75" descr="C:\Users\user\projects\younes-training\masmak-judges\.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76" descr="C:\Users\user\projects\younes-training\masmak-judges\.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77" descr="C:\Users\user\projects\younes-training\masmak-judges\.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78" descr="C:\Users\user\projects\younes-training\masmak-judges\.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79" descr="C:\Users\user\projects\younes-training\masmak-judges\.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80" descr="C:\Users\user\projects\younes-training\masmak-judges\.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81" descr="C:\Users\user\projects\younes-training\masmak-judges\.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82" descr="C:\Users\user\projects\younes-training\masmak-judges\.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83" descr="C:\Users\user\projects\younes-training\masmak-judges\.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84" descr="C:\Users\user\projects\younes-training\masmak-judges\.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85"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6"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7"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8"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9"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90"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91"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92"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3"/>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4"/>
          <p:cNvSpPr/>
          <p:nvPr/>
        </p:nvSpPr>
        <p:spPr>
          <a:xfrm>
            <a:off x="10527487" y="2267712"/>
            <a:ext cx="566928" cy="566928"/>
          </a:xfrm>
          <a:prstGeom prst="roundRect">
            <a:avLst>
              <a:gd name="adj" fmla="val 32258"/>
            </a:avLst>
          </a:prstGeom>
          <a:solidFill>
            <a:srgbClr val="F7E6BC"/>
          </a:solidFill>
          <a:ln/>
        </p:spPr>
      </p:sp>
      <p:sp>
        <p:nvSpPr>
          <p:cNvPr id="7" name="anim-g1-9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6"/>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7"/>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8"/>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9"/>
          <p:cNvSpPr/>
          <p:nvPr/>
        </p:nvSpPr>
        <p:spPr>
          <a:xfrm>
            <a:off x="5117440" y="2267712"/>
            <a:ext cx="566928" cy="566928"/>
          </a:xfrm>
          <a:prstGeom prst="roundRect">
            <a:avLst>
              <a:gd name="adj" fmla="val 32258"/>
            </a:avLst>
          </a:prstGeom>
          <a:solidFill>
            <a:srgbClr val="F7E6BC"/>
          </a:solidFill>
          <a:ln/>
        </p:spPr>
      </p:sp>
      <p:sp>
        <p:nvSpPr>
          <p:cNvPr id="12" name="anim-g2-100"/>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1"/>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2"/>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3"/>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4"/>
          <p:cNvSpPr/>
          <p:nvPr/>
        </p:nvSpPr>
        <p:spPr>
          <a:xfrm>
            <a:off x="10527487" y="4393692"/>
            <a:ext cx="566928" cy="566928"/>
          </a:xfrm>
          <a:prstGeom prst="roundRect">
            <a:avLst>
              <a:gd name="adj" fmla="val 32258"/>
            </a:avLst>
          </a:prstGeom>
          <a:solidFill>
            <a:srgbClr val="F7E6BC"/>
          </a:solidFill>
          <a:ln/>
        </p:spPr>
      </p:sp>
      <p:sp>
        <p:nvSpPr>
          <p:cNvPr id="17" name="anim-g3-105"/>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7"/>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8"/>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09"/>
          <p:cNvSpPr/>
          <p:nvPr/>
        </p:nvSpPr>
        <p:spPr>
          <a:xfrm>
            <a:off x="5117440" y="4393692"/>
            <a:ext cx="566928" cy="566928"/>
          </a:xfrm>
          <a:prstGeom prst="roundRect">
            <a:avLst>
              <a:gd name="adj" fmla="val 32258"/>
            </a:avLst>
          </a:prstGeom>
          <a:solidFill>
            <a:srgbClr val="F7E6BC"/>
          </a:solidFill>
          <a:ln/>
        </p:spPr>
      </p:sp>
      <p:sp>
        <p:nvSpPr>
          <p:cNvPr id="22" name="anim-g4-110"/>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1"/>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2"/>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pptx-cache\s26.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6.gif"/>
          <p:cNvPicPr>
            <a:picLocks noChangeAspect="1"/>
          </p:cNvPicPr>
          <p:nvPr/>
        </p:nvPicPr>
        <p:blipFill>
          <a:blip r:embed="rId6"/>
          <a:stretch>
            <a:fillRect/>
          </a:stretch>
        </p:blipFill>
        <p:spPr>
          <a:xfrm>
            <a:off x="1333467" y="1440160"/>
            <a:ext cx="9524762" cy="4330700"/>
          </a:xfrm>
          <a:prstGeom prst="rect">
            <a:avLst/>
          </a:prstGeom>
        </p:spPr>
      </p:pic>
      <p:pic>
        <p:nvPicPr>
          <p:cNvPr id="5" name="audio-113">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5"/>
          <p:cNvSpPr/>
          <p:nvPr/>
        </p:nvSpPr>
        <p:spPr>
          <a:xfrm>
            <a:off x="10527487" y="2267712"/>
            <a:ext cx="566928" cy="566928"/>
          </a:xfrm>
          <a:prstGeom prst="roundRect">
            <a:avLst>
              <a:gd name="adj" fmla="val 32258"/>
            </a:avLst>
          </a:prstGeom>
          <a:solidFill>
            <a:srgbClr val="F7E6BC"/>
          </a:solidFill>
          <a:ln/>
        </p:spPr>
      </p:sp>
      <p:sp>
        <p:nvSpPr>
          <p:cNvPr id="7" name="anim-g1-11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1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20"/>
          <p:cNvSpPr/>
          <p:nvPr/>
        </p:nvSpPr>
        <p:spPr>
          <a:xfrm>
            <a:off x="5117440" y="2267712"/>
            <a:ext cx="566928" cy="566928"/>
          </a:xfrm>
          <a:prstGeom prst="roundRect">
            <a:avLst>
              <a:gd name="adj" fmla="val 32258"/>
            </a:avLst>
          </a:prstGeom>
          <a:solidFill>
            <a:srgbClr val="F7E6BC"/>
          </a:solidFill>
          <a:ln/>
        </p:spPr>
      </p:sp>
      <p:sp>
        <p:nvSpPr>
          <p:cNvPr id="12" name="anim-g2-12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5"/>
          <p:cNvSpPr/>
          <p:nvPr/>
        </p:nvSpPr>
        <p:spPr>
          <a:xfrm>
            <a:off x="10527487" y="4393692"/>
            <a:ext cx="566928" cy="566928"/>
          </a:xfrm>
          <a:prstGeom prst="roundRect">
            <a:avLst>
              <a:gd name="adj" fmla="val 32258"/>
            </a:avLst>
          </a:prstGeom>
          <a:solidFill>
            <a:srgbClr val="F7E6BC"/>
          </a:solidFill>
          <a:ln/>
        </p:spPr>
      </p:sp>
      <p:sp>
        <p:nvSpPr>
          <p:cNvPr id="17" name="anim-g3-12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2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30"/>
          <p:cNvSpPr/>
          <p:nvPr/>
        </p:nvSpPr>
        <p:spPr>
          <a:xfrm>
            <a:off x="5117440" y="4393692"/>
            <a:ext cx="566928" cy="566928"/>
          </a:xfrm>
          <a:prstGeom prst="roundRect">
            <a:avLst>
              <a:gd name="adj" fmla="val 32258"/>
            </a:avLst>
          </a:prstGeom>
          <a:solidFill>
            <a:srgbClr val="F7E6BC"/>
          </a:solidFill>
          <a:ln/>
        </p:spPr>
      </p:sp>
      <p:sp>
        <p:nvSpPr>
          <p:cNvPr id="22" name="anim-g4-13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C:\Users\user\projects\younes-training\masmak-judges\.pptx-cache\s28-0.jpg"/>
          <p:cNvPicPr>
            <a:picLocks noChangeAspect="1"/>
          </p:cNvPicPr>
          <p:nvPr/>
        </p:nvPicPr>
        <p:blipFill>
          <a:blip r:embed="rId3"/>
          <a:stretch>
            <a:fillRect/>
          </a:stretch>
        </p:blipFill>
        <p:spPr>
          <a:xfrm>
            <a:off x="0" y="0"/>
            <a:ext cx="12191695" cy="6858000"/>
          </a:xfrm>
          <a:prstGeom prst="rect">
            <a:avLst/>
          </a:prstGeom>
        </p:spPr>
      </p:pic>
      <p:pic>
        <p:nvPicPr>
          <p:cNvPr id="3" name="anim-g1-134" descr="C:\Users\user\projects\younes-training\masmak-judges\.pptx-cache\s28-1.jpg"/>
          <p:cNvPicPr>
            <a:picLocks noChangeAspect="1"/>
          </p:cNvPicPr>
          <p:nvPr/>
        </p:nvPicPr>
        <p:blipFill>
          <a:blip r:embed="rId4"/>
          <a:stretch>
            <a:fillRect/>
          </a:stretch>
        </p:blipFill>
        <p:spPr>
          <a:xfrm>
            <a:off x="0" y="0"/>
            <a:ext cx="12191695" cy="6858000"/>
          </a:xfrm>
          <a:prstGeom prst="rect">
            <a:avLst/>
          </a:prstGeom>
        </p:spPr>
      </p:pic>
      <p:pic>
        <p:nvPicPr>
          <p:cNvPr id="4" name="anim-g2-135" descr="C:\Users\user\projects\younes-training\masmak-judges\.pptx-cache\s28-2.jpg"/>
          <p:cNvPicPr>
            <a:picLocks noChangeAspect="1"/>
          </p:cNvPicPr>
          <p:nvPr/>
        </p:nvPicPr>
        <p:blipFill>
          <a:blip r:embed="rId5"/>
          <a:stretch>
            <a:fillRect/>
          </a:stretch>
        </p:blipFill>
        <p:spPr>
          <a:xfrm>
            <a:off x="0" y="0"/>
            <a:ext cx="12191695" cy="6858000"/>
          </a:xfrm>
          <a:prstGeom prst="rect">
            <a:avLst/>
          </a:prstGeom>
        </p:spPr>
      </p:pic>
      <p:pic>
        <p:nvPicPr>
          <p:cNvPr id="5" name="anim-g3-136" descr="C:\Users\user\projects\younes-training\masmak-judges\.pptx-cache\s28-3.jpg"/>
          <p:cNvPicPr>
            <a:picLocks noChangeAspect="1"/>
          </p:cNvPicPr>
          <p:nvPr/>
        </p:nvPicPr>
        <p:blipFill>
          <a:blip r:embed="rId6"/>
          <a:stretch>
            <a:fillRect/>
          </a:stretch>
        </p:blipFill>
        <p:spPr>
          <a:xfrm>
            <a:off x="0" y="0"/>
            <a:ext cx="12191695" cy="6858000"/>
          </a:xfrm>
          <a:prstGeom prst="rect">
            <a:avLst/>
          </a:prstGeom>
        </p:spPr>
      </p:pic>
      <p:pic>
        <p:nvPicPr>
          <p:cNvPr id="6" name="anim-g4-137" descr="C:\Users\user\projects\younes-training\masmak-judges\.pptx-cache\s28-4.jpg"/>
          <p:cNvPicPr>
            <a:picLocks noChangeAspect="1"/>
          </p:cNvPicPr>
          <p:nvPr/>
        </p:nvPicPr>
        <p:blipFill>
          <a:blip r:embed="rId7"/>
          <a:stretch>
            <a:fillRect/>
          </a:stretch>
        </p:blipFill>
        <p:spPr>
          <a:xfrm>
            <a:off x="0" y="0"/>
            <a:ext cx="12191695" cy="6858000"/>
          </a:xfrm>
          <a:prstGeom prst="rect">
            <a:avLst/>
          </a:prstGeom>
        </p:spPr>
      </p:pic>
      <p:pic>
        <p:nvPicPr>
          <p:cNvPr id="7" name="anim-g5-138" descr="C:\Users\user\projects\younes-training\masmak-judges\.pptx-cache\s28-5.jpg"/>
          <p:cNvPicPr>
            <a:picLocks noChangeAspect="1"/>
          </p:cNvPicPr>
          <p:nvPr/>
        </p:nvPicPr>
        <p:blipFill>
          <a:blip r:embed="rId8"/>
          <a:stretch>
            <a:fillRect/>
          </a:stretch>
        </p:blipFill>
        <p:spPr>
          <a:xfrm>
            <a:off x="0" y="0"/>
            <a:ext cx="12191695" cy="6858000"/>
          </a:xfrm>
          <a:prstGeom prst="rect">
            <a:avLst/>
          </a:prstGeom>
        </p:spPr>
      </p:pic>
      <p:pic>
        <p:nvPicPr>
          <p:cNvPr id="8" name="anim-g6-139" descr="C:\Users\user\projects\younes-training\masmak-judges\.pptx-cache\s2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9.gif"/>
          <p:cNvPicPr>
            <a:picLocks noChangeAspect="1"/>
          </p:cNvPicPr>
          <p:nvPr/>
        </p:nvPicPr>
        <p:blipFill>
          <a:blip r:embed="rId6"/>
          <a:stretch>
            <a:fillRect/>
          </a:stretch>
        </p:blipFill>
        <p:spPr>
          <a:xfrm>
            <a:off x="4859315" y="1736725"/>
            <a:ext cx="6506901" cy="3643908"/>
          </a:xfrm>
          <a:prstGeom prst="rect">
            <a:avLst/>
          </a:prstGeom>
        </p:spPr>
      </p:pic>
      <p:pic>
        <p:nvPicPr>
          <p:cNvPr id="5" name="audio-14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0.jpg"/>
          <p:cNvPicPr>
            <a:picLocks noChangeAspect="1"/>
          </p:cNvPicPr>
          <p:nvPr/>
        </p:nvPicPr>
        <p:blipFill>
          <a:blip r:embed="rId3"/>
          <a:stretch>
            <a:fillRect/>
          </a:stretch>
        </p:blipFill>
        <p:spPr>
          <a:xfrm>
            <a:off x="0" y="0"/>
            <a:ext cx="12191695" cy="6858000"/>
          </a:xfrm>
          <a:prstGeom prst="rect">
            <a:avLst/>
          </a:prstGeom>
        </p:spPr>
      </p:pic>
      <p:pic>
        <p:nvPicPr>
          <p:cNvPr id="3" name="anim-g1-141" descr="C:\Users\user\projects\younes-training\masmak-judges\.pptx-cache\s30-1.jpg"/>
          <p:cNvPicPr>
            <a:picLocks noChangeAspect="1"/>
          </p:cNvPicPr>
          <p:nvPr/>
        </p:nvPicPr>
        <p:blipFill>
          <a:blip r:embed="rId4"/>
          <a:stretch>
            <a:fillRect/>
          </a:stretch>
        </p:blipFill>
        <p:spPr>
          <a:xfrm>
            <a:off x="0" y="0"/>
            <a:ext cx="12191695" cy="6858000"/>
          </a:xfrm>
          <a:prstGeom prst="rect">
            <a:avLst/>
          </a:prstGeom>
        </p:spPr>
      </p:pic>
      <p:pic>
        <p:nvPicPr>
          <p:cNvPr id="4" name="anim-g2-142" descr="C:\Users\user\projects\younes-training\masmak-judges\.pptx-cache\s30-2.jpg"/>
          <p:cNvPicPr>
            <a:picLocks noChangeAspect="1"/>
          </p:cNvPicPr>
          <p:nvPr/>
        </p:nvPicPr>
        <p:blipFill>
          <a:blip r:embed="rId5"/>
          <a:stretch>
            <a:fillRect/>
          </a:stretch>
        </p:blipFill>
        <p:spPr>
          <a:xfrm>
            <a:off x="0" y="0"/>
            <a:ext cx="12191695" cy="6858000"/>
          </a:xfrm>
          <a:prstGeom prst="rect">
            <a:avLst/>
          </a:prstGeom>
        </p:spPr>
      </p:pic>
      <p:pic>
        <p:nvPicPr>
          <p:cNvPr id="5" name="anim-g3-143" descr="C:\Users\user\projects\younes-training\masmak-judges\.pptx-cache\s30-3.jpg"/>
          <p:cNvPicPr>
            <a:picLocks noChangeAspect="1"/>
          </p:cNvPicPr>
          <p:nvPr/>
        </p:nvPicPr>
        <p:blipFill>
          <a:blip r:embed="rId6"/>
          <a:stretch>
            <a:fillRect/>
          </a:stretch>
        </p:blipFill>
        <p:spPr>
          <a:xfrm>
            <a:off x="0" y="0"/>
            <a:ext cx="12191695" cy="6858000"/>
          </a:xfrm>
          <a:prstGeom prst="rect">
            <a:avLst/>
          </a:prstGeom>
        </p:spPr>
      </p:pic>
      <p:pic>
        <p:nvPicPr>
          <p:cNvPr id="6" name="anim-g4-144" descr="C:\Users\user\projects\younes-training\masmak-judges\.pptx-cache\s30-4.jpg"/>
          <p:cNvPicPr>
            <a:picLocks noChangeAspect="1"/>
          </p:cNvPicPr>
          <p:nvPr/>
        </p:nvPicPr>
        <p:blipFill>
          <a:blip r:embed="rId7"/>
          <a:stretch>
            <a:fillRect/>
          </a:stretch>
        </p:blipFill>
        <p:spPr>
          <a:xfrm>
            <a:off x="0" y="0"/>
            <a:ext cx="12191695" cy="6858000"/>
          </a:xfrm>
          <a:prstGeom prst="rect">
            <a:avLst/>
          </a:prstGeom>
        </p:spPr>
      </p:pic>
      <p:pic>
        <p:nvPicPr>
          <p:cNvPr id="7" name="anim-g5-145" descr="C:\Users\user\projects\younes-training\masmak-judges\.pptx-cache\s30-5.jpg"/>
          <p:cNvPicPr>
            <a:picLocks noChangeAspect="1"/>
          </p:cNvPicPr>
          <p:nvPr/>
        </p:nvPicPr>
        <p:blipFill>
          <a:blip r:embed="rId8"/>
          <a:stretch>
            <a:fillRect/>
          </a:stretch>
        </p:blipFill>
        <p:spPr>
          <a:xfrm>
            <a:off x="0" y="0"/>
            <a:ext cx="12191695" cy="6858000"/>
          </a:xfrm>
          <a:prstGeom prst="rect">
            <a:avLst/>
          </a:prstGeom>
        </p:spPr>
      </p:pic>
      <p:pic>
        <p:nvPicPr>
          <p:cNvPr id="8" name="anim-g6-146" descr="C:\Users\user\projects\younes-training\masmak-judges\.pptx-cache\s30-6.jpg"/>
          <p:cNvPicPr>
            <a:picLocks noChangeAspect="1"/>
          </p:cNvPicPr>
          <p:nvPr/>
        </p:nvPicPr>
        <p:blipFill>
          <a:blip r:embed="rId9"/>
          <a:stretch>
            <a:fillRect/>
          </a:stretch>
        </p:blipFill>
        <p:spPr>
          <a:xfrm>
            <a:off x="0" y="0"/>
            <a:ext cx="12191695" cy="6858000"/>
          </a:xfrm>
          <a:prstGeom prst="rect">
            <a:avLst/>
          </a:prstGeom>
        </p:spPr>
      </p:pic>
      <p:pic>
        <p:nvPicPr>
          <p:cNvPr id="9" name="anim-g7-147" descr="C:\Users\user\projects\younes-training\masmak-judges\.pptx-cache\s3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8"/>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49"/>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0"/>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51"/>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2"/>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53"/>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4"/>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55"/>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6"/>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57"/>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8"/>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59"/>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0"/>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61"/>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2"/>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63"/>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4"/>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65"/>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6"/>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67"/>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2246</Words>
  <Application>Microsoft Office PowerPoint</Application>
  <PresentationFormat>شاشة عريضة</PresentationFormat>
  <Paragraphs>155</Paragraphs>
  <Slides>32</Slides>
  <Notes>32</Notes>
  <HiddenSlides>0</HiddenSlides>
  <MMClips>8</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32</vt:i4>
      </vt:variant>
    </vt:vector>
  </HeadingPairs>
  <TitlesOfParts>
    <vt:vector size="36"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2026-10-09T22:04:24Z</dcterms:created>
  <dcterms:modified xsi:type="dcterms:W3CDTF">2026-10-09T22:08:35Z</dcterms:modified>
</cp:coreProperties>
</file>