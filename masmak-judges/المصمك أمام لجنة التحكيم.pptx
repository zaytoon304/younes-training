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4314415"/>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 Id="rId9" Type="http://schemas.openxmlformats.org/officeDocument/2006/relationships/image" Target="../media/image22.jp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1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1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4.jpg"/><Relationship Id="rId3" Type="http://schemas.openxmlformats.org/officeDocument/2006/relationships/image" Target="../media/image39.jpg"/><Relationship Id="rId7" Type="http://schemas.openxmlformats.org/officeDocument/2006/relationships/image" Target="../media/image43.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2.jpg"/><Relationship Id="rId5" Type="http://schemas.openxmlformats.org/officeDocument/2006/relationships/image" Target="../media/image41.jpg"/><Relationship Id="rId4" Type="http://schemas.openxmlformats.org/officeDocument/2006/relationships/image" Target="../media/image40.jpg"/><Relationship Id="rId9" Type="http://schemas.openxmlformats.org/officeDocument/2006/relationships/image" Target="../media/image45.jpg"/></Relationships>
</file>

<file path=ppt/slides/_rels/slide1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10" Type="http://schemas.openxmlformats.org/officeDocument/2006/relationships/image" Target="../media/image56.jpg"/><Relationship Id="rId4" Type="http://schemas.openxmlformats.org/officeDocument/2006/relationships/image" Target="../media/image50.jpg"/><Relationship Id="rId9" Type="http://schemas.openxmlformats.org/officeDocument/2006/relationships/image" Target="../media/image55.jpg"/></Relationships>
</file>

<file path=ppt/slides/_rels/slide21.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3.jpg"/><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10" Type="http://schemas.openxmlformats.org/officeDocument/2006/relationships/image" Target="../media/image65.jpg"/><Relationship Id="rId4" Type="http://schemas.openxmlformats.org/officeDocument/2006/relationships/image" Target="../media/image59.jpg"/><Relationship Id="rId9" Type="http://schemas.openxmlformats.org/officeDocument/2006/relationships/image" Target="../media/image64.jpg"/></Relationships>
</file>

<file path=ppt/slides/_rels/slide23.xml.rels><?xml version="1.0" encoding="UTF-8" standalone="yes"?>
<Relationships xmlns="http://schemas.openxmlformats.org/package/2006/relationships"><Relationship Id="rId8" Type="http://schemas.openxmlformats.org/officeDocument/2006/relationships/image" Target="../media/image71.jpg"/><Relationship Id="rId3" Type="http://schemas.openxmlformats.org/officeDocument/2006/relationships/image" Target="../media/image66.jpg"/><Relationship Id="rId7" Type="http://schemas.openxmlformats.org/officeDocument/2006/relationships/image" Target="../media/image70.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9.jpg"/><Relationship Id="rId5" Type="http://schemas.openxmlformats.org/officeDocument/2006/relationships/image" Target="../media/image68.jpg"/><Relationship Id="rId4" Type="http://schemas.openxmlformats.org/officeDocument/2006/relationships/image" Target="../media/image67.jpg"/></Relationships>
</file>

<file path=ppt/slides/_rels/slide24.xml.rels><?xml version="1.0" encoding="UTF-8" standalone="yes"?>
<Relationships xmlns="http://schemas.openxmlformats.org/package/2006/relationships"><Relationship Id="rId3" Type="http://schemas.openxmlformats.org/officeDocument/2006/relationships/image" Target="../media/image72.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5.jpg"/><Relationship Id="rId5" Type="http://schemas.openxmlformats.org/officeDocument/2006/relationships/image" Target="../media/image74.jpg"/><Relationship Id="rId4" Type="http://schemas.openxmlformats.org/officeDocument/2006/relationships/image" Target="../media/image73.jpg"/></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2.gif"/>
          <p:cNvPicPr>
            <a:picLocks noChangeAspect="1"/>
          </p:cNvPicPr>
          <p:nvPr/>
        </p:nvPicPr>
        <p:blipFill>
          <a:blip r:embed="rId16"/>
          <a:stretch>
            <a:fillRect/>
          </a:stretch>
        </p:blipFill>
        <p:spPr>
          <a:xfrm>
            <a:off x="825479" y="2184400"/>
            <a:ext cx="10540736" cy="384810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5"/>
                                        </p:tgtEl>
                                      </p:cBhvr>
                                    </p:cmd>
                                  </p:childTnLst>
                                </p:cTn>
                              </p:par>
                            </p:childTnLst>
                          </p:cTn>
                        </p:par>
                      </p:childTnLst>
                    </p:cTn>
                  </p:par>
                </p:childTnLst>
              </p:cTn>
              <p:nextCondLst>
                <p:cond evt="onClick" delay="0">
                  <p:tgtEl>
                    <p:spTgt spid="5"/>
                  </p:tgtEl>
                </p:cond>
              </p:nextCondLst>
            </p:seq>
            <p:seq concurrent="1" nextAc="seek">
              <p:cTn id="11" restart="whenNotActive" fill="hold" evtFilter="cancelBubble" nodeType="interactiveSeq">
                <p:stCondLst>
                  <p:cond evt="onClick" delay="0">
                    <p:tgtEl>
                      <p:spTgt spid="8"/>
                    </p:tgtEl>
                  </p:cond>
                </p:stCondLst>
                <p:endSync evt="end" delay="0">
                  <p:rtn val="all"/>
                </p:endSync>
                <p:childTnLst>
                  <p:par>
                    <p:cTn id="12" fill="hold">
                      <p:stCondLst>
                        <p:cond delay="0"/>
                      </p:stCondLst>
                      <p:childTnLst>
                        <p:par>
                          <p:cTn id="13" fill="hold">
                            <p:stCondLst>
                              <p:cond delay="0"/>
                            </p:stCondLst>
                            <p:childTnLst>
                              <p:par>
                                <p:cTn id="14" presetID="1" presetClass="mediacall" presetSubtype="0" fill="hold" nodeType="clickEffect">
                                  <p:stCondLst>
                                    <p:cond delay="0"/>
                                  </p:stCondLst>
                                  <p:childTnLst>
                                    <p:cmd type="call" cmd="playFrom(0.0)">
                                      <p:cBhvr>
                                        <p:cTn id="15" dur="1" fill="hold"/>
                                        <p:tgtEl>
                                          <p:spTgt spid="8"/>
                                        </p:tgtEl>
                                      </p:cBhvr>
                                    </p:cmd>
                                  </p:childTnLst>
                                </p:cTn>
                              </p:par>
                            </p:childTnLst>
                          </p:cTn>
                        </p:par>
                      </p:childTnLst>
                    </p:cTn>
                  </p:par>
                  <p:par>
                    <p:cTn id="16" fill="hold">
                      <p:stCondLst>
                        <p:cond delay="indefinite"/>
                      </p:stCondLst>
                      <p:childTnLst>
                        <p:par>
                          <p:cTn id="17" fill="hold">
                            <p:stCondLst>
                              <p:cond delay="0"/>
                            </p:stCondLst>
                            <p:childTnLst>
                              <p:par>
                                <p:cTn id="18" presetID="1" presetClass="mediacall" presetSubtype="0" fill="hold" nodeType="clickEffect">
                                  <p:stCondLst>
                                    <p:cond delay="0"/>
                                  </p:stCondLst>
                                  <p:childTnLst>
                                    <p:cmd type="call" cmd="playFrom(0.0)">
                                      <p:cBhvr>
                                        <p:cTn id="19" dur="1" fill="hold"/>
                                        <p:tgtEl>
                                          <p:spTgt spid="8"/>
                                        </p:tgtEl>
                                      </p:cBhvr>
                                    </p:cmd>
                                  </p:childTnLst>
                                </p:cTn>
                              </p:par>
                            </p:childTnLst>
                          </p:cTn>
                        </p:par>
                      </p:childTnLst>
                    </p:cTn>
                  </p:par>
                </p:childTnLst>
              </p:cTn>
              <p:nextCondLst>
                <p:cond evt="onClick" delay="0">
                  <p:tgtEl>
                    <p:spTgt spid="8"/>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2" fill="hold">
                            <p:stCondLst>
                              <p:cond delay="0"/>
                            </p:stCondLst>
                            <p:childTnLst>
                              <p:par>
                                <p:cTn id="23" presetID="1" presetClass="mediacall" presetSubtype="0" fill="hold" nodeType="clickEffect">
                                  <p:stCondLst>
                                    <p:cond delay="0"/>
                                  </p:stCondLst>
                                  <p:childTnLst>
                                    <p:cmd type="call" cmd="playFrom(0.0)">
                                      <p:cBhvr>
                                        <p:cTn id="24" dur="1" fill="hold"/>
                                        <p:tgtEl>
                                          <p:spTgt spid="11"/>
                                        </p:tgtEl>
                                      </p:cBhvr>
                                    </p:cmd>
                                  </p:childTnLst>
                                </p:cTn>
                              </p:par>
                            </p:childTnLst>
                          </p:cTn>
                        </p:par>
                      </p:childTnLst>
                    </p:cTn>
                  </p:par>
                  <p:par>
                    <p:cTn id="25" fill="hold">
                      <p:stCondLst>
                        <p:cond delay="indefinite"/>
                      </p:stCondLst>
                      <p:childTnLst>
                        <p:par>
                          <p:cTn id="26" fill="hold">
                            <p:stCondLst>
                              <p:cond delay="0"/>
                            </p:stCondLst>
                            <p:childTnLst>
                              <p:par>
                                <p:cTn id="27" presetID="1" presetClass="mediacall" presetSubtype="0" fill="hold" nodeType="clickEffect">
                                  <p:stCondLst>
                                    <p:cond delay="0"/>
                                  </p:stCondLst>
                                  <p:childTnLst>
                                    <p:cmd type="call" cmd="playFrom(0.0)">
                                      <p:cBhvr>
                                        <p:cTn id="28" dur="1" fill="hold"/>
                                        <p:tgtEl>
                                          <p:spTgt spid="11"/>
                                        </p:tgtEl>
                                      </p:cBhvr>
                                    </p:cmd>
                                  </p:childTnLst>
                                </p:cTn>
                              </p:par>
                            </p:childTnLst>
                          </p:cTn>
                        </p:par>
                      </p:childTnLst>
                    </p:cTn>
                  </p:par>
                </p:childTnLst>
              </p:cTn>
              <p:nextCondLst>
                <p:cond evt="onClick" delay="0">
                  <p:tgtEl>
                    <p:spTgt spid="11"/>
                  </p:tgtEl>
                </p:cond>
              </p:nextCondLst>
            </p:seq>
            <p:seq concurrent="1" nextAc="seek">
              <p:cTn id="29" restart="whenNotActive" fill="hold" evtFilter="cancelBubble" nodeType="interactiveSeq">
                <p:stCondLst>
                  <p:cond evt="onClick" delay="0">
                    <p:tgtEl>
                      <p:spTgt spid="14"/>
                    </p:tgtEl>
                  </p:cond>
                </p:stCondLst>
                <p:endSync evt="end" delay="0">
                  <p:rtn val="all"/>
                </p:endSync>
                <p:childTnLst>
                  <p:par>
                    <p:cTn id="30" fill="hold">
                      <p:stCondLst>
                        <p:cond delay="0"/>
                      </p:stCondLst>
                      <p:childTnLst>
                        <p:par>
                          <p:cTn id="31" fill="hold">
                            <p:stCondLst>
                              <p:cond delay="0"/>
                            </p:stCondLst>
                            <p:childTnLst>
                              <p:par>
                                <p:cTn id="32" presetID="1" presetClass="mediacall" presetSubtype="0" fill="hold" nodeType="clickEffect">
                                  <p:stCondLst>
                                    <p:cond delay="0"/>
                                  </p:stCondLst>
                                  <p:childTnLst>
                                    <p:cmd type="call" cmd="playFrom(0.0)">
                                      <p:cBhvr>
                                        <p:cTn id="33" dur="1" fill="hold"/>
                                        <p:tgtEl>
                                          <p:spTgt spid="14"/>
                                        </p:tgtEl>
                                      </p:cBhvr>
                                    </p:cmd>
                                  </p:childTnLst>
                                </p:cTn>
                              </p:par>
                            </p:childTnLst>
                          </p:cTn>
                        </p:par>
                      </p:childTnLst>
                    </p:cTn>
                  </p:par>
                  <p:par>
                    <p:cTn id="34" fill="hold">
                      <p:stCondLst>
                        <p:cond delay="indefinite"/>
                      </p:stCondLst>
                      <p:childTnLst>
                        <p:par>
                          <p:cTn id="35" fill="hold">
                            <p:stCondLst>
                              <p:cond delay="0"/>
                            </p:stCondLst>
                            <p:childTnLst>
                              <p:par>
                                <p:cTn id="36" presetID="1" presetClass="mediacall" presetSubtype="0" fill="hold" nodeType="clickEffect">
                                  <p:stCondLst>
                                    <p:cond delay="0"/>
                                  </p:stCondLst>
                                  <p:childTnLst>
                                    <p:cmd type="call" cmd="playFrom(0.0)">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1" presetClass="mediacall" presetSubtype="0" fill="hold" nodeType="clickEffect">
                                  <p:stCondLst>
                                    <p:cond delay="0"/>
                                  </p:stCondLst>
                                  <p:childTnLst>
                                    <p:cmd type="call" cmd="playFrom(0.0)">
                                      <p:cBhvr>
                                        <p:cTn id="42" dur="1" fill="hold"/>
                                        <p:tgtEl>
                                          <p:spTgt spid="17"/>
                                        </p:tgtEl>
                                      </p:cBhvr>
                                    </p:cmd>
                                  </p:childTnLst>
                                </p:cTn>
                              </p:par>
                            </p:childTnLst>
                          </p:cTn>
                        </p:par>
                      </p:childTnLst>
                    </p:cTn>
                  </p:par>
                  <p:par>
                    <p:cTn id="43" fill="hold">
                      <p:stCondLst>
                        <p:cond delay="indefinite"/>
                      </p:stCondLst>
                      <p:childTnLst>
                        <p:par>
                          <p:cTn id="44" fill="hold">
                            <p:stCondLst>
                              <p:cond delay="0"/>
                            </p:stCondLst>
                            <p:childTnLst>
                              <p:par>
                                <p:cTn id="45" presetID="1" presetClass="mediacall" presetSubtype="0" fill="hold" nodeType="clickEffect">
                                  <p:stCondLst>
                                    <p:cond delay="0"/>
                                  </p:stCondLst>
                                  <p:childTnLst>
                                    <p:cmd type="call" cmd="playFrom(0.0)">
                                      <p:cBhvr>
                                        <p:cTn id="46" dur="1" fill="hold"/>
                                        <p:tgtEl>
                                          <p:spTgt spid="17"/>
                                        </p:tgtEl>
                                      </p:cBhvr>
                                    </p:cmd>
                                  </p:childTnLst>
                                </p:cTn>
                              </p:par>
                            </p:childTnLst>
                          </p:cTn>
                        </p:par>
                      </p:childTnLst>
                    </p:cTn>
                  </p:par>
                </p:childTnLst>
              </p:cTn>
              <p:nextCondLst>
                <p:cond evt="onClick" delay="0">
                  <p:tgtEl>
                    <p:spTgt spid="17"/>
                  </p:tgtEl>
                </p:cond>
              </p:nextCondLst>
            </p:seq>
            <p:seq concurrent="1" nextAc="seek">
              <p:cTn id="47" restart="whenNotActive" fill="hold" evtFilter="cancelBubble" nodeType="interactiveSeq">
                <p:stCondLst>
                  <p:cond evt="onClick" delay="0">
                    <p:tgtEl>
                      <p:spTgt spid="20"/>
                    </p:tgtEl>
                  </p:cond>
                </p:stCondLst>
                <p:endSync evt="end" delay="0">
                  <p:rtn val="all"/>
                </p:endSync>
                <p:childTnLst>
                  <p:par>
                    <p:cTn id="48" fill="hold">
                      <p:stCondLst>
                        <p:cond delay="0"/>
                      </p:stCondLst>
                      <p:childTnLst>
                        <p:par>
                          <p:cTn id="49" fill="hold">
                            <p:stCondLst>
                              <p:cond delay="0"/>
                            </p:stCondLst>
                            <p:childTnLst>
                              <p:par>
                                <p:cTn id="50" presetID="1" presetClass="mediacall" presetSubtype="0" fill="hold" nodeType="clickEffect">
                                  <p:stCondLst>
                                    <p:cond delay="0"/>
                                  </p:stCondLst>
                                  <p:childTnLst>
                                    <p:cmd type="call" cmd="playFrom(0.0)">
                                      <p:cBhvr>
                                        <p:cTn id="51" dur="1" fill="hold"/>
                                        <p:tgtEl>
                                          <p:spTgt spid="20"/>
                                        </p:tgtEl>
                                      </p:cBhvr>
                                    </p:cmd>
                                  </p:childTnLst>
                                </p:cTn>
                              </p:par>
                            </p:childTnLst>
                          </p:cTn>
                        </p:par>
                      </p:childTnLst>
                    </p:cTn>
                  </p:par>
                  <p:par>
                    <p:cTn id="52" fill="hold">
                      <p:stCondLst>
                        <p:cond delay="indefinite"/>
                      </p:stCondLst>
                      <p:childTnLst>
                        <p:par>
                          <p:cTn id="53" fill="hold">
                            <p:stCondLst>
                              <p:cond delay="0"/>
                            </p:stCondLst>
                            <p:childTnLst>
                              <p:par>
                                <p:cTn id="54" presetID="1" presetClass="mediacall" presetSubtype="0" fill="hold" nodeType="clickEffect">
                                  <p:stCondLst>
                                    <p:cond delay="0"/>
                                  </p:stCondLst>
                                  <p:childTnLst>
                                    <p:cmd type="call" cmd="playFrom(0.0)">
                                      <p:cBhvr>
                                        <p:cTn id="55"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
          <p:cNvSpPr/>
          <p:nvPr/>
        </p:nvSpPr>
        <p:spPr>
          <a:xfrm>
            <a:off x="10527487" y="2267712"/>
            <a:ext cx="566928" cy="566928"/>
          </a:xfrm>
          <a:prstGeom prst="roundRect">
            <a:avLst>
              <a:gd name="adj" fmla="val 32258"/>
            </a:avLst>
          </a:prstGeom>
          <a:solidFill>
            <a:srgbClr val="F7E6BC"/>
          </a:solidFill>
          <a:ln/>
        </p:spPr>
      </p:sp>
      <p:sp>
        <p:nvSpPr>
          <p:cNvPr id="7" name="anim-g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3"/>
          <p:cNvSpPr/>
          <p:nvPr/>
        </p:nvSpPr>
        <p:spPr>
          <a:xfrm>
            <a:off x="6920789" y="2267712"/>
            <a:ext cx="566928" cy="566928"/>
          </a:xfrm>
          <a:prstGeom prst="roundRect">
            <a:avLst>
              <a:gd name="adj" fmla="val 32258"/>
            </a:avLst>
          </a:prstGeom>
          <a:solidFill>
            <a:srgbClr val="F7E6BC"/>
          </a:solidFill>
          <a:ln/>
        </p:spPr>
      </p:sp>
      <p:sp>
        <p:nvSpPr>
          <p:cNvPr id="12" name="anim-g2-1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8"/>
          <p:cNvSpPr/>
          <p:nvPr/>
        </p:nvSpPr>
        <p:spPr>
          <a:xfrm>
            <a:off x="3314090" y="2267712"/>
            <a:ext cx="566928" cy="566928"/>
          </a:xfrm>
          <a:prstGeom prst="roundRect">
            <a:avLst>
              <a:gd name="adj" fmla="val 32258"/>
            </a:avLst>
          </a:prstGeom>
          <a:solidFill>
            <a:srgbClr val="F7E6BC"/>
          </a:solidFill>
          <a:ln/>
        </p:spPr>
      </p:sp>
      <p:sp>
        <p:nvSpPr>
          <p:cNvPr id="17" name="anim-g3-1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icPr>
            <a:picLocks noChangeAspect="1"/>
          </p:cNvPicPr>
          <p:nvPr/>
        </p:nvPicPr>
        <p:blipFill>
          <a:blip r:embed="rId3"/>
          <a:stretch>
            <a:fillRect/>
          </a:stretch>
        </p:blipFill>
        <p:spPr>
          <a:xfrm>
            <a:off x="0" y="0"/>
            <a:ext cx="12191695" cy="6858000"/>
          </a:xfrm>
          <a:prstGeom prst="rect">
            <a:avLst/>
          </a:prstGeom>
        </p:spPr>
      </p:pic>
      <p:pic>
        <p:nvPicPr>
          <p:cNvPr id="3" name="anim-g1-22" descr="C:\Users\user\projects\younes-training\masmak-judges\.pptx-cache\s7-1.jpg"/>
          <p:cNvPicPr>
            <a:picLocks noChangeAspect="1"/>
          </p:cNvPicPr>
          <p:nvPr/>
        </p:nvPicPr>
        <p:blipFill>
          <a:blip r:embed="rId4"/>
          <a:stretch>
            <a:fillRect/>
          </a:stretch>
        </p:blipFill>
        <p:spPr>
          <a:xfrm>
            <a:off x="0" y="0"/>
            <a:ext cx="12191695" cy="6858000"/>
          </a:xfrm>
          <a:prstGeom prst="rect">
            <a:avLst/>
          </a:prstGeom>
        </p:spPr>
      </p:pic>
      <p:pic>
        <p:nvPicPr>
          <p:cNvPr id="4" name="anim-g2-23" descr="C:\Users\user\projects\younes-training\masmak-judges\.pptx-cache\s7-2.jpg"/>
          <p:cNvPicPr>
            <a:picLocks noChangeAspect="1"/>
          </p:cNvPicPr>
          <p:nvPr/>
        </p:nvPicPr>
        <p:blipFill>
          <a:blip r:embed="rId5"/>
          <a:stretch>
            <a:fillRect/>
          </a:stretch>
        </p:blipFill>
        <p:spPr>
          <a:xfrm>
            <a:off x="0" y="0"/>
            <a:ext cx="12191695" cy="6858000"/>
          </a:xfrm>
          <a:prstGeom prst="rect">
            <a:avLst/>
          </a:prstGeom>
        </p:spPr>
      </p:pic>
      <p:pic>
        <p:nvPicPr>
          <p:cNvPr id="5" name="anim-g3-24" descr="C:\Users\user\projects\younes-training\masmak-judges\.pptx-cache\s7-3.jpg"/>
          <p:cNvPicPr>
            <a:picLocks noChangeAspect="1"/>
          </p:cNvPicPr>
          <p:nvPr/>
        </p:nvPicPr>
        <p:blipFill>
          <a:blip r:embed="rId6"/>
          <a:stretch>
            <a:fillRect/>
          </a:stretch>
        </p:blipFill>
        <p:spPr>
          <a:xfrm>
            <a:off x="0" y="0"/>
            <a:ext cx="12191695" cy="6858000"/>
          </a:xfrm>
          <a:prstGeom prst="rect">
            <a:avLst/>
          </a:prstGeom>
        </p:spPr>
      </p:pic>
      <p:pic>
        <p:nvPicPr>
          <p:cNvPr id="6" name="anim-g4-25" descr="C:\Users\user\projects\younes-training\masmak-judges\.pptx-cache\s7-4.jpg"/>
          <p:cNvPicPr>
            <a:picLocks noChangeAspect="1"/>
          </p:cNvPicPr>
          <p:nvPr/>
        </p:nvPicPr>
        <p:blipFill>
          <a:blip r:embed="rId7"/>
          <a:stretch>
            <a:fillRect/>
          </a:stretch>
        </p:blipFill>
        <p:spPr>
          <a:xfrm>
            <a:off x="0" y="0"/>
            <a:ext cx="12191695" cy="6858000"/>
          </a:xfrm>
          <a:prstGeom prst="rect">
            <a:avLst/>
          </a:prstGeom>
        </p:spPr>
      </p:pic>
      <p:pic>
        <p:nvPicPr>
          <p:cNvPr id="7" name="anim-g5-26" descr="C:\Users\user\projects\younes-training\masmak-judges\.pptx-cache\s7-5.jpg"/>
          <p:cNvPicPr>
            <a:picLocks noChangeAspect="1"/>
          </p:cNvPicPr>
          <p:nvPr/>
        </p:nvPicPr>
        <p:blipFill>
          <a:blip r:embed="rId8"/>
          <a:stretch>
            <a:fillRect/>
          </a:stretch>
        </p:blipFill>
        <p:spPr>
          <a:xfrm>
            <a:off x="0" y="0"/>
            <a:ext cx="12191695" cy="6858000"/>
          </a:xfrm>
          <a:prstGeom prst="rect">
            <a:avLst/>
          </a:prstGeom>
        </p:spPr>
      </p:pic>
      <p:pic>
        <p:nvPicPr>
          <p:cNvPr id="8" name="anim-g6-27" descr="C:\Users\user\projects\younes-training\masmak-judges\.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icPr>
            <a:picLocks noChangeAspect="1"/>
          </p:cNvPicPr>
          <p:nvPr/>
        </p:nvPicPr>
        <p:blipFill>
          <a:blip r:embed="rId3"/>
          <a:stretch>
            <a:fillRect/>
          </a:stretch>
        </p:blipFill>
        <p:spPr>
          <a:xfrm>
            <a:off x="0" y="0"/>
            <a:ext cx="12191695" cy="6858000"/>
          </a:xfrm>
          <a:prstGeom prst="rect">
            <a:avLst/>
          </a:prstGeom>
        </p:spPr>
      </p:pic>
      <p:pic>
        <p:nvPicPr>
          <p:cNvPr id="3" name="anim-g1-28" descr="C:\Users\user\projects\younes-training\masmak-judges\.pptx-cache\s9-1.jpg"/>
          <p:cNvPicPr>
            <a:picLocks noChangeAspect="1"/>
          </p:cNvPicPr>
          <p:nvPr/>
        </p:nvPicPr>
        <p:blipFill>
          <a:blip r:embed="rId4"/>
          <a:stretch>
            <a:fillRect/>
          </a:stretch>
        </p:blipFill>
        <p:spPr>
          <a:xfrm>
            <a:off x="0" y="0"/>
            <a:ext cx="12191695" cy="6858000"/>
          </a:xfrm>
          <a:prstGeom prst="rect">
            <a:avLst/>
          </a:prstGeom>
        </p:spPr>
      </p:pic>
      <p:pic>
        <p:nvPicPr>
          <p:cNvPr id="4" name="anim-g2-29" descr="C:\Users\user\projects\younes-training\masmak-judges\.pptx-cache\s9-2.jpg"/>
          <p:cNvPicPr>
            <a:picLocks noChangeAspect="1"/>
          </p:cNvPicPr>
          <p:nvPr/>
        </p:nvPicPr>
        <p:blipFill>
          <a:blip r:embed="rId5"/>
          <a:stretch>
            <a:fillRect/>
          </a:stretch>
        </p:blipFill>
        <p:spPr>
          <a:xfrm>
            <a:off x="0" y="0"/>
            <a:ext cx="12191695" cy="6858000"/>
          </a:xfrm>
          <a:prstGeom prst="rect">
            <a:avLst/>
          </a:prstGeom>
        </p:spPr>
      </p:pic>
      <p:pic>
        <p:nvPicPr>
          <p:cNvPr id="5" name="anim-g3-30" descr="C:\Users\user\projects\younes-training\masmak-judges\.pptx-cache\s9-3.jpg"/>
          <p:cNvPicPr>
            <a:picLocks noChangeAspect="1"/>
          </p:cNvPicPr>
          <p:nvPr/>
        </p:nvPicPr>
        <p:blipFill>
          <a:blip r:embed="rId6"/>
          <a:stretch>
            <a:fillRect/>
          </a:stretch>
        </p:blipFill>
        <p:spPr>
          <a:xfrm>
            <a:off x="0" y="0"/>
            <a:ext cx="12191695" cy="6858000"/>
          </a:xfrm>
          <a:prstGeom prst="rect">
            <a:avLst/>
          </a:prstGeom>
        </p:spPr>
      </p:pic>
      <p:pic>
        <p:nvPicPr>
          <p:cNvPr id="6" name="anim-g4-31" descr="C:\Users\user\projects\younes-training\masmak-judges\.pptx-cache\s9-4.jpg"/>
          <p:cNvPicPr>
            <a:picLocks noChangeAspect="1"/>
          </p:cNvPicPr>
          <p:nvPr/>
        </p:nvPicPr>
        <p:blipFill>
          <a:blip r:embed="rId7"/>
          <a:stretch>
            <a:fillRect/>
          </a:stretch>
        </p:blipFill>
        <p:spPr>
          <a:xfrm>
            <a:off x="0" y="0"/>
            <a:ext cx="12191695" cy="6858000"/>
          </a:xfrm>
          <a:prstGeom prst="rect">
            <a:avLst/>
          </a:prstGeom>
        </p:spPr>
      </p:pic>
      <p:pic>
        <p:nvPicPr>
          <p:cNvPr id="7" name="anim-g5-32" descr="C:\Users\user\projects\younes-training\masmak-judges\.pptx-cache\s9-5.jpg"/>
          <p:cNvPicPr>
            <a:picLocks noChangeAspect="1"/>
          </p:cNvPicPr>
          <p:nvPr/>
        </p:nvPicPr>
        <p:blipFill>
          <a:blip r:embed="rId8"/>
          <a:stretch>
            <a:fillRect/>
          </a:stretch>
        </p:blipFill>
        <p:spPr>
          <a:xfrm>
            <a:off x="0" y="0"/>
            <a:ext cx="12191695" cy="6858000"/>
          </a:xfrm>
          <a:prstGeom prst="rect">
            <a:avLst/>
          </a:prstGeom>
        </p:spPr>
      </p:pic>
      <p:pic>
        <p:nvPicPr>
          <p:cNvPr id="8" name="anim-g6-33" descr="C:\Users\user\projects\younes-training\masmak-judges\.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34" descr="C:\Users\user\projects\younes-training\masmak-judges\.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35" descr="C:\Users\user\projects\younes-training\masmak-judges\.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36" descr="C:\Users\user\projects\younes-training\masmak-judges\.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37" descr="C:\Users\user\projects\younes-training\masmak-judges\.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38" descr="C:\Users\user\projects\younes-training\masmak-judges\.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39" descr="C:\Users\user\projects\younes-training\masmak-judges\.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40" descr="C:\Users\user\projects\younes-training\masmak-judges\.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41" descr="C:\Users\user\projects\younes-training\masmak-judges\.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42" descr="C:\Users\user\projects\younes-training\masmak-judges\.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43" descr="C:\Users\user\projects\younes-training\masmak-judges\.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44" descr="C:\Users\user\projects\younes-training\masmak-judges\.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45" descr="C:\Users\user\projects\younes-training\masmak-judges\.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46" descr="C:\Users\user\projects\younes-training\masmak-judges\.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47" descr="C:\Users\user\projects\younes-training\masmak-judges\.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48" descr="C:\Users\user\projects\younes-training\masmak-judges\.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49" descr="C:\Users\user\projects\younes-training\masmak-judges\.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50" descr="C:\Users\user\projects\younes-training\masmak-judges\.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71" descr="C:\Users\user\projects\younes-training\masmak-judges\.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72" descr="C:\Users\user\projects\younes-training\masmak-judges\.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73" descr="C:\Users\user\projects\younes-training\masmak-judges\.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74" descr="C:\Users\user\projects\younes-training\masmak-judges\.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75" descr="C:\Users\user\projects\younes-training\masmak-judges\.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76" descr="C:\Users\user\projects\younes-training\masmak-judges\.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77" descr="C:\Users\user\projects\younes-training\masmak-judges\.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78" descr="C:\Users\user\projects\younes-training\masmak-judges\.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79" descr="C:\Users\user\projects\younes-training\masmak-judges\.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80" descr="C:\Users\user\projects\younes-training\masmak-judges\.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81" descr="C:\Users\user\projects\younes-training\masmak-judges\.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82" descr="C:\Users\user\projects\younes-training\masmak-judges\.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83" descr="C:\Users\user\projects\younes-training\masmak-judges\.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84" descr="C:\Users\user\projects\younes-training\masmak-judges\.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85"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6"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7"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8"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9"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90"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91"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92"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3"/>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4"/>
          <p:cNvSpPr/>
          <p:nvPr/>
        </p:nvSpPr>
        <p:spPr>
          <a:xfrm>
            <a:off x="10527487" y="2267712"/>
            <a:ext cx="566928" cy="566928"/>
          </a:xfrm>
          <a:prstGeom prst="roundRect">
            <a:avLst>
              <a:gd name="adj" fmla="val 32258"/>
            </a:avLst>
          </a:prstGeom>
          <a:solidFill>
            <a:srgbClr val="F7E6BC"/>
          </a:solidFill>
          <a:ln/>
        </p:spPr>
      </p:sp>
      <p:sp>
        <p:nvSpPr>
          <p:cNvPr id="7" name="anim-g1-9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6"/>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7"/>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8"/>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9"/>
          <p:cNvSpPr/>
          <p:nvPr/>
        </p:nvSpPr>
        <p:spPr>
          <a:xfrm>
            <a:off x="5117440" y="2267712"/>
            <a:ext cx="566928" cy="566928"/>
          </a:xfrm>
          <a:prstGeom prst="roundRect">
            <a:avLst>
              <a:gd name="adj" fmla="val 32258"/>
            </a:avLst>
          </a:prstGeom>
          <a:solidFill>
            <a:srgbClr val="F7E6BC"/>
          </a:solidFill>
          <a:ln/>
        </p:spPr>
      </p:sp>
      <p:sp>
        <p:nvSpPr>
          <p:cNvPr id="12" name="anim-g2-100"/>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1"/>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2"/>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3"/>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4"/>
          <p:cNvSpPr/>
          <p:nvPr/>
        </p:nvSpPr>
        <p:spPr>
          <a:xfrm>
            <a:off x="10527487" y="4393692"/>
            <a:ext cx="566928" cy="566928"/>
          </a:xfrm>
          <a:prstGeom prst="roundRect">
            <a:avLst>
              <a:gd name="adj" fmla="val 32258"/>
            </a:avLst>
          </a:prstGeom>
          <a:solidFill>
            <a:srgbClr val="F7E6BC"/>
          </a:solidFill>
          <a:ln/>
        </p:spPr>
      </p:sp>
      <p:sp>
        <p:nvSpPr>
          <p:cNvPr id="17" name="anim-g3-105"/>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7"/>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8"/>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09"/>
          <p:cNvSpPr/>
          <p:nvPr/>
        </p:nvSpPr>
        <p:spPr>
          <a:xfrm>
            <a:off x="5117440" y="4393692"/>
            <a:ext cx="566928" cy="566928"/>
          </a:xfrm>
          <a:prstGeom prst="roundRect">
            <a:avLst>
              <a:gd name="adj" fmla="val 32258"/>
            </a:avLst>
          </a:prstGeom>
          <a:solidFill>
            <a:srgbClr val="F7E6BC"/>
          </a:solidFill>
          <a:ln/>
        </p:spPr>
      </p:sp>
      <p:sp>
        <p:nvSpPr>
          <p:cNvPr id="22" name="anim-g4-110"/>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1"/>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2"/>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13"/>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14"/>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15"/>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16"/>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17"/>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18"/>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19"/>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20"/>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21"/>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22"/>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23"/>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24"/>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25"/>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26"/>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27"/>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28"/>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29"/>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30"/>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31"/>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32"/>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1891</Words>
  <Application>Microsoft Office PowerPoint</Application>
  <PresentationFormat>شاشة عريضة</PresentationFormat>
  <Paragraphs>129</Paragraphs>
  <Slides>27</Slides>
  <Notes>27</Notes>
  <HiddenSlides>0</HiddenSlides>
  <MMClips>6</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27</vt:i4>
      </vt:variant>
    </vt:vector>
  </HeadingPairs>
  <TitlesOfParts>
    <vt:vector size="31"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3</cp:revision>
  <dcterms:created xsi:type="dcterms:W3CDTF">2026-10-09T18:17:01Z</dcterms:created>
  <dcterms:modified xsi:type="dcterms:W3CDTF">2026-10-09T21:30:01Z</dcterms:modified>
</cp:coreProperties>
</file>