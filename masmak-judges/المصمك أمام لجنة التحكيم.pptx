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الروبوت الأول يقرر أن اللهب أخطر فيتجه إليه، ويرسل إلى الروبوت الثاني «إلى الغاز». ينطلقان معًا: مضخة هنا ومروحة هناك. روبوتان أسرع من روبوت واحد يعالج الخطرين بالتتابع. هذا ما سنبنيه في المحاور ٩–١٥.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الأربعة: حريق فقط (الأول يذهب والثاني يحرس)، ثم الاثنان مع اختلاف الأعلى: الأحمر للأخطر والأزرق للأقل. ثم حرّك المنزلقتين بنفسك وابحث عن لحظة التساوي.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نبلغ الثاني قبل أن نتحرك؟ لأن goTo تستغرق وقتًا، ولو أبلغناه بعدها لانتظر الخطر الثاني بلا داعٍ. ترتيب سطرين يصنع فرقًا في ثوانٍ ثمينة.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الروبوت الأول (الأحمر) وحده يذهب ويطفئ ويعود، والثاني (الأزرق) يحرس. ثم «معًا: روبوتان»: غاز ٨٨٪ في A ولهب ٧٢٪ في B. الأول يقرر أن الغاز أخطر فيتجه إليه، وتطير رسالة منه إلى الثاني «GO B» فينطلق إلى اللهب. يعملان في الوقت نفسه: مروحة هنا ومضخة هناك. قارنوا زمن الاستجابة بروبوت واحد يتنقل بين الخطرين.
💡 هذه الأداة تفاعلية بالكامل في منصة جذور، فاعرضها من المنصة إن أمكن.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كوده أقصر: إذا وصله أمر GO من الأول ينفّذ mission(zone) مباشرة، فالقرار اتخذه زميله. روبوتان بكود واحد تقريبًا: هذا تصميم أنيق.
🖱️ اضغط للانتقال بين الخطوات.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image" Target="../media/image-7-5.jpg"/><Relationship Id="rId6" Type="http://schemas.openxmlformats.org/officeDocument/2006/relationships/image" Target="../media/image-7-6.jpg"/><Relationship Id="rId7" Type="http://schemas.openxmlformats.org/officeDocument/2006/relationships/image" Target="../media/image-7-7.jp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image" Target="../media/image-20-5.jpg"/><Relationship Id="rId6" Type="http://schemas.openxmlformats.org/officeDocument/2006/relationships/image" Target="../media/image-20-6.jpg"/><Relationship Id="rId7" Type="http://schemas.openxmlformats.org/officeDocument/2006/relationships/image" Target="../media/image-20-7.jpg"/><Relationship Id="rId8" Type="http://schemas.openxmlformats.org/officeDocument/2006/relationships/image" Target="../media/image-20-8.jp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image" Target="../media/image-22-4.jpg"/><Relationship Id="rId5" Type="http://schemas.openxmlformats.org/officeDocument/2006/relationships/image" Target="../media/image-22-5.jpg"/><Relationship Id="rId6" Type="http://schemas.openxmlformats.org/officeDocument/2006/relationships/image" Target="../media/image-22-6.jpg"/><Relationship Id="rId7" Type="http://schemas.openxmlformats.org/officeDocument/2006/relationships/image" Target="../media/image-22-7.jp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sx="100000" sy="100000" kx="0" ky="0" algn="bl" rotWithShape="0" blurRad="254000" dist="50800" dir="1620000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rtl="1" algn="ctr" indent="0" marL="0">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rtl="1" algn="ctr" indent="0" marL="0">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algn="ctr" indent="0" marL="0">
              <a:buNone/>
            </a:pPr>
            <a:r>
              <a:rPr lang="ar-SA" altLang="en-US" sz="2000" b="1" dirty="0">
                <a:solidFill>
                  <a:srgbClr val="C9CFE6"/>
                </a:solidFill>
                <a:latin typeface="Cairo" pitchFamily="34" charset="0"/>
                <a:ea typeface="Cairo" pitchFamily="34" charset="-122"/>
                <a:cs typeface="Cairo" pitchFamily="34" charset="-120"/>
              </a:rPr>
              <a:t>إعداد وتقديم: </a:t>
            </a:r>
            <a:pPr algn="ctr" indent="0" marL="0">
              <a:buNone/>
            </a:pP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1"/>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2"/>
          <p:cNvSpPr/>
          <p:nvPr/>
        </p:nvSpPr>
        <p:spPr>
          <a:xfrm>
            <a:off x="10527487" y="2267712"/>
            <a:ext cx="566928" cy="566928"/>
          </a:xfrm>
          <a:prstGeom prst="roundRect">
            <a:avLst>
              <a:gd name="adj" fmla="val 32258"/>
            </a:avLst>
          </a:prstGeom>
          <a:solidFill>
            <a:srgbClr val="F7E6BC"/>
          </a:solidFill>
          <a:ln/>
        </p:spPr>
      </p:sp>
      <p:sp>
        <p:nvSpPr>
          <p:cNvPr id="7" name="anim-g1-3"/>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
          <p:cNvSpPr/>
          <p:nvPr/>
        </p:nvSpPr>
        <p:spPr>
          <a:xfrm>
            <a:off x="8310677"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5"/>
          <p:cNvSpPr/>
          <p:nvPr/>
        </p:nvSpPr>
        <p:spPr>
          <a:xfrm>
            <a:off x="8310677"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6"/>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7"/>
          <p:cNvSpPr/>
          <p:nvPr/>
        </p:nvSpPr>
        <p:spPr>
          <a:xfrm>
            <a:off x="6920789" y="2267712"/>
            <a:ext cx="566928" cy="566928"/>
          </a:xfrm>
          <a:prstGeom prst="roundRect">
            <a:avLst>
              <a:gd name="adj" fmla="val 32258"/>
            </a:avLst>
          </a:prstGeom>
          <a:solidFill>
            <a:srgbClr val="F7E6BC"/>
          </a:solidFill>
          <a:ln/>
        </p:spPr>
      </p:sp>
      <p:sp>
        <p:nvSpPr>
          <p:cNvPr id="12" name="anim-g2-8"/>
          <p:cNvSpPr/>
          <p:nvPr/>
        </p:nvSpPr>
        <p:spPr>
          <a:xfrm>
            <a:off x="6920789"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9"/>
          <p:cNvSpPr/>
          <p:nvPr/>
        </p:nvSpPr>
        <p:spPr>
          <a:xfrm>
            <a:off x="4703978"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0"/>
          <p:cNvSpPr/>
          <p:nvPr/>
        </p:nvSpPr>
        <p:spPr>
          <a:xfrm>
            <a:off x="4703978"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1"/>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12"/>
          <p:cNvSpPr/>
          <p:nvPr/>
        </p:nvSpPr>
        <p:spPr>
          <a:xfrm>
            <a:off x="3314090" y="2267712"/>
            <a:ext cx="566928" cy="566928"/>
          </a:xfrm>
          <a:prstGeom prst="roundRect">
            <a:avLst>
              <a:gd name="adj" fmla="val 32258"/>
            </a:avLst>
          </a:prstGeom>
          <a:solidFill>
            <a:srgbClr val="F7E6BC"/>
          </a:solidFill>
          <a:ln/>
        </p:spPr>
      </p:sp>
      <p:sp>
        <p:nvSpPr>
          <p:cNvPr id="17" name="anim-g3-13"/>
          <p:cNvSpPr/>
          <p:nvPr/>
        </p:nvSpPr>
        <p:spPr>
          <a:xfrm>
            <a:off x="331409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4"/>
          <p:cNvSpPr/>
          <p:nvPr/>
        </p:nvSpPr>
        <p:spPr>
          <a:xfrm>
            <a:off x="1097280" y="2944368"/>
            <a:ext cx="278373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15"/>
          <p:cNvSpPr/>
          <p:nvPr/>
        </p:nvSpPr>
        <p:spPr>
          <a:xfrm>
            <a:off x="1097280" y="3493008"/>
            <a:ext cx="2783738" cy="240487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لمسة تراث  ·  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algn="ctr" indent="0" marL="0">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algn="ctr" indent="0" marL="0">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C9CFE6"/>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C9CFE6"/>
                </a:solidFill>
                <a:latin typeface="Cairo" pitchFamily="34" charset="0"/>
                <a:ea typeface="Cairo" pitchFamily="34" charset="-122"/>
                <a:cs typeface="Cairo" pitchFamily="34" charset="-120"/>
              </a:rPr>
              <a:t>🏰 لمسة تراث  ·  ٤</a:t>
            </a:r>
            <a:endParaRPr lang="ar-SA"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pptx-cache\s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0.jpg">    </p:cNvPr>
          <p:cNvPicPr>
            <a:picLocks noChangeAspect="1"/>
          </p:cNvPicPr>
          <p:nvPr/>
        </p:nvPicPr>
        <p:blipFill>
          <a:blip r:embed="rId1"/>
          <a:stretch>
            <a:fillRect/>
          </a:stretch>
        </p:blipFill>
        <p:spPr>
          <a:xfrm>
            <a:off x="0" y="0"/>
            <a:ext cx="12191695" cy="6858000"/>
          </a:xfrm>
          <a:prstGeom prst="rect">
            <a:avLst/>
          </a:prstGeom>
        </p:spPr>
      </p:pic>
      <p:pic>
        <p:nvPicPr>
          <p:cNvPr id="3" name="anim-g1-16" descr="C:\Users\user\projects\younes-training\masmak-judges\.pptx-cache\s7-1.jpg">    </p:cNvPr>
          <p:cNvPicPr>
            <a:picLocks noChangeAspect="1"/>
          </p:cNvPicPr>
          <p:nvPr/>
        </p:nvPicPr>
        <p:blipFill>
          <a:blip r:embed="rId2"/>
          <a:stretch>
            <a:fillRect/>
          </a:stretch>
        </p:blipFill>
        <p:spPr>
          <a:xfrm>
            <a:off x="0" y="0"/>
            <a:ext cx="12191695" cy="6858000"/>
          </a:xfrm>
          <a:prstGeom prst="rect">
            <a:avLst/>
          </a:prstGeom>
        </p:spPr>
      </p:pic>
      <p:pic>
        <p:nvPicPr>
          <p:cNvPr id="4" name="anim-g2-17" descr="C:\Users\user\projects\younes-training\masmak-judges\.pptx-cache\s7-2.jpg">    </p:cNvPr>
          <p:cNvPicPr>
            <a:picLocks noChangeAspect="1"/>
          </p:cNvPicPr>
          <p:nvPr/>
        </p:nvPicPr>
        <p:blipFill>
          <a:blip r:embed="rId3"/>
          <a:stretch>
            <a:fillRect/>
          </a:stretch>
        </p:blipFill>
        <p:spPr>
          <a:xfrm>
            <a:off x="0" y="0"/>
            <a:ext cx="12191695" cy="6858000"/>
          </a:xfrm>
          <a:prstGeom prst="rect">
            <a:avLst/>
          </a:prstGeom>
        </p:spPr>
      </p:pic>
      <p:pic>
        <p:nvPicPr>
          <p:cNvPr id="5" name="anim-g3-18" descr="C:\Users\user\projects\younes-training\masmak-judges\.pptx-cache\s7-3.jpg">    </p:cNvPr>
          <p:cNvPicPr>
            <a:picLocks noChangeAspect="1"/>
          </p:cNvPicPr>
          <p:nvPr/>
        </p:nvPicPr>
        <p:blipFill>
          <a:blip r:embed="rId4"/>
          <a:stretch>
            <a:fillRect/>
          </a:stretch>
        </p:blipFill>
        <p:spPr>
          <a:xfrm>
            <a:off x="0" y="0"/>
            <a:ext cx="12191695" cy="6858000"/>
          </a:xfrm>
          <a:prstGeom prst="rect">
            <a:avLst/>
          </a:prstGeom>
        </p:spPr>
      </p:pic>
      <p:pic>
        <p:nvPicPr>
          <p:cNvPr id="6" name="anim-g4-19" descr="C:\Users\user\projects\younes-training\masmak-judges\.pptx-cache\s7-4.jpg">    </p:cNvPr>
          <p:cNvPicPr>
            <a:picLocks noChangeAspect="1"/>
          </p:cNvPicPr>
          <p:nvPr/>
        </p:nvPicPr>
        <p:blipFill>
          <a:blip r:embed="rId5"/>
          <a:stretch>
            <a:fillRect/>
          </a:stretch>
        </p:blipFill>
        <p:spPr>
          <a:xfrm>
            <a:off x="0" y="0"/>
            <a:ext cx="12191695" cy="6858000"/>
          </a:xfrm>
          <a:prstGeom prst="rect">
            <a:avLst/>
          </a:prstGeom>
        </p:spPr>
      </p:pic>
      <p:pic>
        <p:nvPicPr>
          <p:cNvPr id="7" name="anim-g5-20" descr="C:\Users\user\projects\younes-training\masmak-judges\.pptx-cache\s7-5.jpg">    </p:cNvPr>
          <p:cNvPicPr>
            <a:picLocks noChangeAspect="1"/>
          </p:cNvPicPr>
          <p:nvPr/>
        </p:nvPicPr>
        <p:blipFill>
          <a:blip r:embed="rId6"/>
          <a:stretch>
            <a:fillRect/>
          </a:stretch>
        </p:blipFill>
        <p:spPr>
          <a:xfrm>
            <a:off x="0" y="0"/>
            <a:ext cx="12191695" cy="6858000"/>
          </a:xfrm>
          <a:prstGeom prst="rect">
            <a:avLst/>
          </a:prstGeom>
        </p:spPr>
      </p:pic>
      <p:pic>
        <p:nvPicPr>
          <p:cNvPr id="8" name="anim-g6-21" descr="C:\Users\user\projects\younes-training\masmak-judges\.pptx-cache\s7-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0.jpg">    </p:cNvPr>
          <p:cNvPicPr>
            <a:picLocks noChangeAspect="1"/>
          </p:cNvPicPr>
          <p:nvPr/>
        </p:nvPicPr>
        <p:blipFill>
          <a:blip r:embed="rId1"/>
          <a:stretch>
            <a:fillRect/>
          </a:stretch>
        </p:blipFill>
        <p:spPr>
          <a:xfrm>
            <a:off x="0" y="0"/>
            <a:ext cx="12191695" cy="6858000"/>
          </a:xfrm>
          <a:prstGeom prst="rect">
            <a:avLst/>
          </a:prstGeom>
        </p:spPr>
      </p:pic>
      <p:pic>
        <p:nvPicPr>
          <p:cNvPr id="3" name="anim-g1-22" descr="C:\Users\user\projects\younes-training\masmak-judges\.pptx-cache\s9-1.jpg">    </p:cNvPr>
          <p:cNvPicPr>
            <a:picLocks noChangeAspect="1"/>
          </p:cNvPicPr>
          <p:nvPr/>
        </p:nvPicPr>
        <p:blipFill>
          <a:blip r:embed="rId2"/>
          <a:stretch>
            <a:fillRect/>
          </a:stretch>
        </p:blipFill>
        <p:spPr>
          <a:xfrm>
            <a:off x="0" y="0"/>
            <a:ext cx="12191695" cy="6858000"/>
          </a:xfrm>
          <a:prstGeom prst="rect">
            <a:avLst/>
          </a:prstGeom>
        </p:spPr>
      </p:pic>
      <p:pic>
        <p:nvPicPr>
          <p:cNvPr id="4" name="anim-g2-23" descr="C:\Users\user\projects\younes-training\masmak-judges\.pptx-cache\s9-2.jpg">    </p:cNvPr>
          <p:cNvPicPr>
            <a:picLocks noChangeAspect="1"/>
          </p:cNvPicPr>
          <p:nvPr/>
        </p:nvPicPr>
        <p:blipFill>
          <a:blip r:embed="rId3"/>
          <a:stretch>
            <a:fillRect/>
          </a:stretch>
        </p:blipFill>
        <p:spPr>
          <a:xfrm>
            <a:off x="0" y="0"/>
            <a:ext cx="12191695" cy="6858000"/>
          </a:xfrm>
          <a:prstGeom prst="rect">
            <a:avLst/>
          </a:prstGeom>
        </p:spPr>
      </p:pic>
      <p:pic>
        <p:nvPicPr>
          <p:cNvPr id="5" name="anim-g3-24" descr="C:\Users\user\projects\younes-training\masmak-judges\.pptx-cache\s9-3.jpg">    </p:cNvPr>
          <p:cNvPicPr>
            <a:picLocks noChangeAspect="1"/>
          </p:cNvPicPr>
          <p:nvPr/>
        </p:nvPicPr>
        <p:blipFill>
          <a:blip r:embed="rId4"/>
          <a:stretch>
            <a:fillRect/>
          </a:stretch>
        </p:blipFill>
        <p:spPr>
          <a:xfrm>
            <a:off x="0" y="0"/>
            <a:ext cx="12191695" cy="6858000"/>
          </a:xfrm>
          <a:prstGeom prst="rect">
            <a:avLst/>
          </a:prstGeom>
        </p:spPr>
      </p:pic>
      <p:pic>
        <p:nvPicPr>
          <p:cNvPr id="6" name="anim-g4-25" descr="C:\Users\user\projects\younes-training\masmak-judges\.pptx-cache\s9-4.jpg">    </p:cNvPr>
          <p:cNvPicPr>
            <a:picLocks noChangeAspect="1"/>
          </p:cNvPicPr>
          <p:nvPr/>
        </p:nvPicPr>
        <p:blipFill>
          <a:blip r:embed="rId5"/>
          <a:stretch>
            <a:fillRect/>
          </a:stretch>
        </p:blipFill>
        <p:spPr>
          <a:xfrm>
            <a:off x="0" y="0"/>
            <a:ext cx="12191695" cy="6858000"/>
          </a:xfrm>
          <a:prstGeom prst="rect">
            <a:avLst/>
          </a:prstGeom>
        </p:spPr>
      </p:pic>
      <p:pic>
        <p:nvPicPr>
          <p:cNvPr id="7" name="anim-g5-26" descr="C:\Users\user\projects\younes-training\masmak-judges\.pptx-cache\s9-5.jpg">    </p:cNvPr>
          <p:cNvPicPr>
            <a:picLocks noChangeAspect="1"/>
          </p:cNvPicPr>
          <p:nvPr/>
        </p:nvPicPr>
        <p:blipFill>
          <a:blip r:embed="rId6"/>
          <a:stretch>
            <a:fillRect/>
          </a:stretch>
        </p:blipFill>
        <p:spPr>
          <a:xfrm>
            <a:off x="0" y="0"/>
            <a:ext cx="12191695" cy="6858000"/>
          </a:xfrm>
          <a:prstGeom prst="rect">
            <a:avLst/>
          </a:prstGeom>
        </p:spPr>
      </p:pic>
      <p:pic>
        <p:nvPicPr>
          <p:cNvPr id="8" name="anim-g6-27" descr="C:\Users\user\projects\younes-training\masmak-judges\.pptx-cache\s9-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0.jpg">    </p:cNvPr>
          <p:cNvPicPr>
            <a:picLocks noChangeAspect="1"/>
          </p:cNvPicPr>
          <p:nvPr/>
        </p:nvPicPr>
        <p:blipFill>
          <a:blip r:embed="rId1"/>
          <a:stretch>
            <a:fillRect/>
          </a:stretch>
        </p:blipFill>
        <p:spPr>
          <a:xfrm>
            <a:off x="0" y="0"/>
            <a:ext cx="12191695" cy="6858000"/>
          </a:xfrm>
          <a:prstGeom prst="rect">
            <a:avLst/>
          </a:prstGeom>
        </p:spPr>
      </p:pic>
      <p:pic>
        <p:nvPicPr>
          <p:cNvPr id="3" name="anim-g1-28" descr="C:\Users\user\projects\younes-training\masmak-judges\.pptx-cache\s11-1.jpg">    </p:cNvPr>
          <p:cNvPicPr>
            <a:picLocks noChangeAspect="1"/>
          </p:cNvPicPr>
          <p:nvPr/>
        </p:nvPicPr>
        <p:blipFill>
          <a:blip r:embed="rId2"/>
          <a:stretch>
            <a:fillRect/>
          </a:stretch>
        </p:blipFill>
        <p:spPr>
          <a:xfrm>
            <a:off x="0" y="0"/>
            <a:ext cx="12191695" cy="6858000"/>
          </a:xfrm>
          <a:prstGeom prst="rect">
            <a:avLst/>
          </a:prstGeom>
        </p:spPr>
      </p:pic>
      <p:pic>
        <p:nvPicPr>
          <p:cNvPr id="4" name="anim-g2-29" descr="C:\Users\user\projects\younes-training\masmak-judges\.pptx-cache\s11-2.jpg">    </p:cNvPr>
          <p:cNvPicPr>
            <a:picLocks noChangeAspect="1"/>
          </p:cNvPicPr>
          <p:nvPr/>
        </p:nvPicPr>
        <p:blipFill>
          <a:blip r:embed="rId3"/>
          <a:stretch>
            <a:fillRect/>
          </a:stretch>
        </p:blipFill>
        <p:spPr>
          <a:xfrm>
            <a:off x="0" y="0"/>
            <a:ext cx="12191695" cy="6858000"/>
          </a:xfrm>
          <a:prstGeom prst="rect">
            <a:avLst/>
          </a:prstGeom>
        </p:spPr>
      </p:pic>
      <p:pic>
        <p:nvPicPr>
          <p:cNvPr id="5" name="anim-g3-30" descr="C:\Users\user\projects\younes-training\masmak-judges\.pptx-cache\s11-3.jpg">    </p:cNvPr>
          <p:cNvPicPr>
            <a:picLocks noChangeAspect="1"/>
          </p:cNvPicPr>
          <p:nvPr/>
        </p:nvPicPr>
        <p:blipFill>
          <a:blip r:embed="rId4"/>
          <a:stretch>
            <a:fillRect/>
          </a:stretch>
        </p:blipFill>
        <p:spPr>
          <a:xfrm>
            <a:off x="0" y="0"/>
            <a:ext cx="12191695" cy="6858000"/>
          </a:xfrm>
          <a:prstGeom prst="rect">
            <a:avLst/>
          </a:prstGeom>
        </p:spPr>
      </p:pic>
      <p:pic>
        <p:nvPicPr>
          <p:cNvPr id="6" name="anim-g4-31" descr="C:\Users\user\projects\younes-training\masmak-judges\.pptx-cache\s11-4.jpg">    </p:cNvPr>
          <p:cNvPicPr>
            <a:picLocks noChangeAspect="1"/>
          </p:cNvPicPr>
          <p:nvPr/>
        </p:nvPicPr>
        <p:blipFill>
          <a:blip r:embed="rId5"/>
          <a:stretch>
            <a:fillRect/>
          </a:stretch>
        </p:blipFill>
        <p:spPr>
          <a:xfrm>
            <a:off x="0" y="0"/>
            <a:ext cx="12191695" cy="6858000"/>
          </a:xfrm>
          <a:prstGeom prst="rect">
            <a:avLst/>
          </a:prstGeom>
        </p:spPr>
      </p:pic>
      <p:pic>
        <p:nvPicPr>
          <p:cNvPr id="7" name="anim-g5-32" descr="C:\Users\user\projects\younes-training\masmak-judges\.pptx-cache\s11-5.jpg">    </p:cNvPr>
          <p:cNvPicPr>
            <a:picLocks noChangeAspect="1"/>
          </p:cNvPicPr>
          <p:nvPr/>
        </p:nvPicPr>
        <p:blipFill>
          <a:blip r:embed="rId6"/>
          <a:stretch>
            <a:fillRect/>
          </a:stretch>
        </p:blipFill>
        <p:spPr>
          <a:xfrm>
            <a:off x="0" y="0"/>
            <a:ext cx="12191695" cy="6858000"/>
          </a:xfrm>
          <a:prstGeom prst="rect">
            <a:avLst/>
          </a:prstGeom>
        </p:spPr>
      </p:pic>
      <p:pic>
        <p:nvPicPr>
          <p:cNvPr id="8" name="anim-g6-33" descr="C:\Users\user\projects\younes-training\masmak-judges\.pptx-cache\s11-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0.jpg">    </p:cNvPr>
          <p:cNvPicPr>
            <a:picLocks noChangeAspect="1"/>
          </p:cNvPicPr>
          <p:nvPr/>
        </p:nvPicPr>
        <p:blipFill>
          <a:blip r:embed="rId1"/>
          <a:stretch>
            <a:fillRect/>
          </a:stretch>
        </p:blipFill>
        <p:spPr>
          <a:xfrm>
            <a:off x="0" y="0"/>
            <a:ext cx="12191695" cy="6858000"/>
          </a:xfrm>
          <a:prstGeom prst="rect">
            <a:avLst/>
          </a:prstGeom>
        </p:spPr>
      </p:pic>
      <p:pic>
        <p:nvPicPr>
          <p:cNvPr id="3" name="anim-g1-34" descr="C:\Users\user\projects\younes-training\masmak-judges\.pptx-cache\s13-1.jpg">    </p:cNvPr>
          <p:cNvPicPr>
            <a:picLocks noChangeAspect="1"/>
          </p:cNvPicPr>
          <p:nvPr/>
        </p:nvPicPr>
        <p:blipFill>
          <a:blip r:embed="rId2"/>
          <a:stretch>
            <a:fillRect/>
          </a:stretch>
        </p:blipFill>
        <p:spPr>
          <a:xfrm>
            <a:off x="0" y="0"/>
            <a:ext cx="12191695" cy="6858000"/>
          </a:xfrm>
          <a:prstGeom prst="rect">
            <a:avLst/>
          </a:prstGeom>
        </p:spPr>
      </p:pic>
      <p:pic>
        <p:nvPicPr>
          <p:cNvPr id="4" name="anim-g2-35" descr="C:\Users\user\projects\younes-training\masmak-judges\.pptx-cache\s13-2.jpg">    </p:cNvPr>
          <p:cNvPicPr>
            <a:picLocks noChangeAspect="1"/>
          </p:cNvPicPr>
          <p:nvPr/>
        </p:nvPicPr>
        <p:blipFill>
          <a:blip r:embed="rId3"/>
          <a:stretch>
            <a:fillRect/>
          </a:stretch>
        </p:blipFill>
        <p:spPr>
          <a:xfrm>
            <a:off x="0" y="0"/>
            <a:ext cx="12191695" cy="6858000"/>
          </a:xfrm>
          <a:prstGeom prst="rect">
            <a:avLst/>
          </a:prstGeom>
        </p:spPr>
      </p:pic>
      <p:pic>
        <p:nvPicPr>
          <p:cNvPr id="5" name="anim-g3-36" descr="C:\Users\user\projects\younes-training\masmak-judges\.pptx-cache\s13-3.jpg">    </p:cNvPr>
          <p:cNvPicPr>
            <a:picLocks noChangeAspect="1"/>
          </p:cNvPicPr>
          <p:nvPr/>
        </p:nvPicPr>
        <p:blipFill>
          <a:blip r:embed="rId4"/>
          <a:stretch>
            <a:fillRect/>
          </a:stretch>
        </p:blipFill>
        <p:spPr>
          <a:xfrm>
            <a:off x="0" y="0"/>
            <a:ext cx="12191695" cy="6858000"/>
          </a:xfrm>
          <a:prstGeom prst="rect">
            <a:avLst/>
          </a:prstGeom>
        </p:spPr>
      </p:pic>
      <p:pic>
        <p:nvPicPr>
          <p:cNvPr id="6" name="anim-g4-37" descr="C:\Users\user\projects\younes-training\masmak-judges\.pptx-cache\s13-4.jpg">    </p:cNvPr>
          <p:cNvPicPr>
            <a:picLocks noChangeAspect="1"/>
          </p:cNvPicPr>
          <p:nvPr/>
        </p:nvPicPr>
        <p:blipFill>
          <a:blip r:embed="rId5"/>
          <a:stretch>
            <a:fillRect/>
          </a:stretch>
        </p:blipFill>
        <p:spPr>
          <a:xfrm>
            <a:off x="0" y="0"/>
            <a:ext cx="12191695" cy="6858000"/>
          </a:xfrm>
          <a:prstGeom prst="rect">
            <a:avLst/>
          </a:prstGeom>
        </p:spPr>
      </p:pic>
      <p:pic>
        <p:nvPicPr>
          <p:cNvPr id="7" name="anim-g5-38" descr="C:\Users\user\projects\younes-training\masmak-judges\.pptx-cache\s13-5.jpg">    </p:cNvPr>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0.jpg">    </p:cNvPr>
          <p:cNvPicPr>
            <a:picLocks noChangeAspect="1"/>
          </p:cNvPicPr>
          <p:nvPr/>
        </p:nvPicPr>
        <p:blipFill>
          <a:blip r:embed="rId1"/>
          <a:stretch>
            <a:fillRect/>
          </a:stretch>
        </p:blipFill>
        <p:spPr>
          <a:xfrm>
            <a:off x="0" y="0"/>
            <a:ext cx="12191695" cy="6858000"/>
          </a:xfrm>
          <a:prstGeom prst="rect">
            <a:avLst/>
          </a:prstGeom>
        </p:spPr>
      </p:pic>
      <p:pic>
        <p:nvPicPr>
          <p:cNvPr id="3" name="anim-g1-39" descr="C:\Users\user\projects\younes-training\masmak-judges\.pptx-cache\s15-1.jpg">    </p:cNvPr>
          <p:cNvPicPr>
            <a:picLocks noChangeAspect="1"/>
          </p:cNvPicPr>
          <p:nvPr/>
        </p:nvPicPr>
        <p:blipFill>
          <a:blip r:embed="rId2"/>
          <a:stretch>
            <a:fillRect/>
          </a:stretch>
        </p:blipFill>
        <p:spPr>
          <a:xfrm>
            <a:off x="0" y="0"/>
            <a:ext cx="12191695" cy="6858000"/>
          </a:xfrm>
          <a:prstGeom prst="rect">
            <a:avLst/>
          </a:prstGeom>
        </p:spPr>
      </p:pic>
      <p:pic>
        <p:nvPicPr>
          <p:cNvPr id="4" name="anim-g2-40" descr="C:\Users\user\projects\younes-training\masmak-judges\.pptx-cache\s15-2.jpg">    </p:cNvPr>
          <p:cNvPicPr>
            <a:picLocks noChangeAspect="1"/>
          </p:cNvPicPr>
          <p:nvPr/>
        </p:nvPicPr>
        <p:blipFill>
          <a:blip r:embed="rId3"/>
          <a:stretch>
            <a:fillRect/>
          </a:stretch>
        </p:blipFill>
        <p:spPr>
          <a:xfrm>
            <a:off x="0" y="0"/>
            <a:ext cx="12191695" cy="6858000"/>
          </a:xfrm>
          <a:prstGeom prst="rect">
            <a:avLst/>
          </a:prstGeom>
        </p:spPr>
      </p:pic>
      <p:pic>
        <p:nvPicPr>
          <p:cNvPr id="5" name="anim-g3-41" descr="C:\Users\user\projects\younes-training\masmak-judges\.pptx-cache\s15-3.jpg">    </p:cNvPr>
          <p:cNvPicPr>
            <a:picLocks noChangeAspect="1"/>
          </p:cNvPicPr>
          <p:nvPr/>
        </p:nvPicPr>
        <p:blipFill>
          <a:blip r:embed="rId4"/>
          <a:stretch>
            <a:fillRect/>
          </a:stretch>
        </p:blipFill>
        <p:spPr>
          <a:xfrm>
            <a:off x="0" y="0"/>
            <a:ext cx="12191695" cy="6858000"/>
          </a:xfrm>
          <a:prstGeom prst="rect">
            <a:avLst/>
          </a:prstGeom>
        </p:spPr>
      </p:pic>
      <p:pic>
        <p:nvPicPr>
          <p:cNvPr id="6" name="anim-g4-42" descr="C:\Users\user\projects\younes-training\masmak-judges\.pptx-cache\s15-4.jpg">    </p:cNvPr>
          <p:cNvPicPr>
            <a:picLocks noChangeAspect="1"/>
          </p:cNvPicPr>
          <p:nvPr/>
        </p:nvPicPr>
        <p:blipFill>
          <a:blip r:embed="rId5"/>
          <a:stretch>
            <a:fillRect/>
          </a:stretch>
        </p:blipFill>
        <p:spPr>
          <a:xfrm>
            <a:off x="0" y="0"/>
            <a:ext cx="12191695" cy="6858000"/>
          </a:xfrm>
          <a:prstGeom prst="rect">
            <a:avLst/>
          </a:prstGeom>
        </p:spPr>
      </p:pic>
      <p:pic>
        <p:nvPicPr>
          <p:cNvPr id="7" name="anim-g5-43" descr="C:\Users\user\projects\younes-training\masmak-judges\.pptx-cache\s15-5.jpg">    </p:cNvPr>
          <p:cNvPicPr>
            <a:picLocks noChangeAspect="1"/>
          </p:cNvPicPr>
          <p:nvPr/>
        </p:nvPicPr>
        <p:blipFill>
          <a:blip r:embed="rId6"/>
          <a:stretch>
            <a:fillRect/>
          </a:stretch>
        </p:blipFill>
        <p:spPr>
          <a:xfrm>
            <a:off x="0" y="0"/>
            <a:ext cx="12191695" cy="6858000"/>
          </a:xfrm>
          <a:prstGeom prst="rect">
            <a:avLst/>
          </a:prstGeom>
        </p:spPr>
      </p:pic>
      <p:pic>
        <p:nvPicPr>
          <p:cNvPr id="8" name="anim-g6-44" descr="C:\Users\user\projects\younes-training\masmak-judges\.pptx-cache\s15-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45"/>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6" name="anim-g1-46"/>
          <p:cNvSpPr/>
          <p:nvPr/>
        </p:nvSpPr>
        <p:spPr>
          <a:xfrm>
            <a:off x="10527487" y="2267712"/>
            <a:ext cx="566928" cy="566928"/>
          </a:xfrm>
          <a:prstGeom prst="roundRect">
            <a:avLst>
              <a:gd name="adj" fmla="val 32258"/>
            </a:avLst>
          </a:prstGeom>
          <a:solidFill>
            <a:srgbClr val="F7E6BC"/>
          </a:solidFill>
          <a:ln/>
        </p:spPr>
      </p:sp>
      <p:sp>
        <p:nvSpPr>
          <p:cNvPr id="7" name="anim-g1-47"/>
          <p:cNvSpPr/>
          <p:nvPr/>
        </p:nvSpPr>
        <p:spPr>
          <a:xfrm>
            <a:off x="10527487"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48"/>
          <p:cNvSpPr/>
          <p:nvPr/>
        </p:nvSpPr>
        <p:spPr>
          <a:xfrm>
            <a:off x="6507328"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49"/>
          <p:cNvSpPr/>
          <p:nvPr/>
        </p:nvSpPr>
        <p:spPr>
          <a:xfrm>
            <a:off x="6507328"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0"/>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1" name="anim-g2-51"/>
          <p:cNvSpPr/>
          <p:nvPr/>
        </p:nvSpPr>
        <p:spPr>
          <a:xfrm>
            <a:off x="5117440" y="2267712"/>
            <a:ext cx="566928" cy="566928"/>
          </a:xfrm>
          <a:prstGeom prst="roundRect">
            <a:avLst>
              <a:gd name="adj" fmla="val 32258"/>
            </a:avLst>
          </a:prstGeom>
          <a:solidFill>
            <a:srgbClr val="F7E6BC"/>
          </a:solidFill>
          <a:ln/>
        </p:spPr>
      </p:sp>
      <p:sp>
        <p:nvSpPr>
          <p:cNvPr id="12" name="anim-g2-52"/>
          <p:cNvSpPr/>
          <p:nvPr/>
        </p:nvSpPr>
        <p:spPr>
          <a:xfrm>
            <a:off x="5117440" y="226771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3"/>
          <p:cNvSpPr/>
          <p:nvPr/>
        </p:nvSpPr>
        <p:spPr>
          <a:xfrm>
            <a:off x="1097280" y="294436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54"/>
          <p:cNvSpPr/>
          <p:nvPr/>
        </p:nvSpPr>
        <p:spPr>
          <a:xfrm>
            <a:off x="1097280" y="349300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55"/>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16" name="anim-g3-56"/>
          <p:cNvSpPr/>
          <p:nvPr/>
        </p:nvSpPr>
        <p:spPr>
          <a:xfrm>
            <a:off x="10527487" y="4393692"/>
            <a:ext cx="566928" cy="566928"/>
          </a:xfrm>
          <a:prstGeom prst="roundRect">
            <a:avLst>
              <a:gd name="adj" fmla="val 32258"/>
            </a:avLst>
          </a:prstGeom>
          <a:solidFill>
            <a:srgbClr val="F7E6BC"/>
          </a:solidFill>
          <a:ln/>
        </p:spPr>
      </p:sp>
      <p:sp>
        <p:nvSpPr>
          <p:cNvPr id="17" name="anim-g3-57"/>
          <p:cNvSpPr/>
          <p:nvPr/>
        </p:nvSpPr>
        <p:spPr>
          <a:xfrm>
            <a:off x="10527487"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58"/>
          <p:cNvSpPr/>
          <p:nvPr/>
        </p:nvSpPr>
        <p:spPr>
          <a:xfrm>
            <a:off x="6507328"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59"/>
          <p:cNvSpPr/>
          <p:nvPr/>
        </p:nvSpPr>
        <p:spPr>
          <a:xfrm>
            <a:off x="6507328"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0"/>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sx="100000" sy="100000" kx="0" ky="0" algn="bl" rotWithShape="0" blurRad="152400" dist="38100" dir="5400000">
              <a:srgbClr val="101B45">
                <a:alpha val="8000"/>
              </a:srgbClr>
            </a:outerShdw>
          </a:effectLst>
        </p:spPr>
      </p:sp>
      <p:sp>
        <p:nvSpPr>
          <p:cNvPr id="21" name="anim-g4-61"/>
          <p:cNvSpPr/>
          <p:nvPr/>
        </p:nvSpPr>
        <p:spPr>
          <a:xfrm>
            <a:off x="5117440" y="4393692"/>
            <a:ext cx="566928" cy="566928"/>
          </a:xfrm>
          <a:prstGeom prst="roundRect">
            <a:avLst>
              <a:gd name="adj" fmla="val 32258"/>
            </a:avLst>
          </a:prstGeom>
          <a:solidFill>
            <a:srgbClr val="F7E6BC"/>
          </a:solidFill>
          <a:ln/>
        </p:spPr>
      </p:sp>
      <p:sp>
        <p:nvSpPr>
          <p:cNvPr id="22" name="anim-g4-62"/>
          <p:cNvSpPr/>
          <p:nvPr/>
        </p:nvSpPr>
        <p:spPr>
          <a:xfrm>
            <a:off x="5117440" y="4393692"/>
            <a:ext cx="566928" cy="566928"/>
          </a:xfrm>
          <a:prstGeom prst="rect">
            <a:avLst/>
          </a:prstGeom>
          <a:noFill/>
          <a:ln/>
        </p:spPr>
        <p:txBody>
          <a:bodyPr wrap="square" lIns="0" tIns="0" rIns="0" bIns="0" rtlCol="0" anchor="ctr">
            <a:normAutofit/>
          </a:bodyPr>
          <a:lstStyle/>
          <a:p>
            <a:pPr rtl="1" algn="ctr" indent="0" marL="0">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63"/>
          <p:cNvSpPr/>
          <p:nvPr/>
        </p:nvSpPr>
        <p:spPr>
          <a:xfrm>
            <a:off x="1097280" y="5070348"/>
            <a:ext cx="4587088" cy="548640"/>
          </a:xfrm>
          <a:prstGeom prst="rect">
            <a:avLst/>
          </a:prstGeom>
          <a:noFill/>
          <a:ln/>
        </p:spPr>
        <p:txBody>
          <a:bodyPr wrap="square" lIns="0" tIns="0" rIns="0" bIns="0" rtlCol="0" anchor="ctr">
            <a:normAutofit/>
          </a:bodyPr>
          <a:lstStyle/>
          <a:p>
            <a:pPr rtl="1" algn="r" indent="0" marL="0">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64"/>
          <p:cNvSpPr/>
          <p:nvPr/>
        </p:nvSpPr>
        <p:spPr>
          <a:xfrm>
            <a:off x="1097280" y="5618988"/>
            <a:ext cx="4587088" cy="278892"/>
          </a:xfrm>
          <a:prstGeom prst="rect">
            <a:avLst/>
          </a:prstGeom>
          <a:noFill/>
          <a:ln/>
        </p:spPr>
        <p:txBody>
          <a:bodyPr wrap="square" lIns="0" tIns="0" rIns="0" bIns="0" rtlCol="0" anchor="t">
            <a:normAutofit/>
          </a:bodyPr>
          <a:lstStyle/>
          <a:p>
            <a:pPr rtl="1" algn="r" indent="0" marL="0">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القرار والجولة  ·  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pptx-cache\s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0.jpg">    </p:cNvPr>
          <p:cNvPicPr>
            <a:picLocks noChangeAspect="1"/>
          </p:cNvPicPr>
          <p:nvPr/>
        </p:nvPicPr>
        <p:blipFill>
          <a:blip r:embed="rId1"/>
          <a:stretch>
            <a:fillRect/>
          </a:stretch>
        </p:blipFill>
        <p:spPr>
          <a:xfrm>
            <a:off x="0" y="0"/>
            <a:ext cx="12191695" cy="6858000"/>
          </a:xfrm>
          <a:prstGeom prst="rect">
            <a:avLst/>
          </a:prstGeom>
        </p:spPr>
      </p:pic>
      <p:pic>
        <p:nvPicPr>
          <p:cNvPr id="3" name="anim-g1-65" descr="C:\Users\user\projects\younes-training\masmak-judges\.pptx-cache\s20-1.jpg">    </p:cNvPr>
          <p:cNvPicPr>
            <a:picLocks noChangeAspect="1"/>
          </p:cNvPicPr>
          <p:nvPr/>
        </p:nvPicPr>
        <p:blipFill>
          <a:blip r:embed="rId2"/>
          <a:stretch>
            <a:fillRect/>
          </a:stretch>
        </p:blipFill>
        <p:spPr>
          <a:xfrm>
            <a:off x="0" y="0"/>
            <a:ext cx="12191695" cy="6858000"/>
          </a:xfrm>
          <a:prstGeom prst="rect">
            <a:avLst/>
          </a:prstGeom>
        </p:spPr>
      </p:pic>
      <p:pic>
        <p:nvPicPr>
          <p:cNvPr id="4" name="anim-g2-66" descr="C:\Users\user\projects\younes-training\masmak-judges\.pptx-cache\s20-2.jpg">    </p:cNvPr>
          <p:cNvPicPr>
            <a:picLocks noChangeAspect="1"/>
          </p:cNvPicPr>
          <p:nvPr/>
        </p:nvPicPr>
        <p:blipFill>
          <a:blip r:embed="rId3"/>
          <a:stretch>
            <a:fillRect/>
          </a:stretch>
        </p:blipFill>
        <p:spPr>
          <a:xfrm>
            <a:off x="0" y="0"/>
            <a:ext cx="12191695" cy="6858000"/>
          </a:xfrm>
          <a:prstGeom prst="rect">
            <a:avLst/>
          </a:prstGeom>
        </p:spPr>
      </p:pic>
      <p:pic>
        <p:nvPicPr>
          <p:cNvPr id="5" name="anim-g3-67" descr="C:\Users\user\projects\younes-training\masmak-judges\.pptx-cache\s20-3.jpg">    </p:cNvPr>
          <p:cNvPicPr>
            <a:picLocks noChangeAspect="1"/>
          </p:cNvPicPr>
          <p:nvPr/>
        </p:nvPicPr>
        <p:blipFill>
          <a:blip r:embed="rId4"/>
          <a:stretch>
            <a:fillRect/>
          </a:stretch>
        </p:blipFill>
        <p:spPr>
          <a:xfrm>
            <a:off x="0" y="0"/>
            <a:ext cx="12191695" cy="6858000"/>
          </a:xfrm>
          <a:prstGeom prst="rect">
            <a:avLst/>
          </a:prstGeom>
        </p:spPr>
      </p:pic>
      <p:pic>
        <p:nvPicPr>
          <p:cNvPr id="6" name="anim-g4-68" descr="C:\Users\user\projects\younes-training\masmak-judges\.pptx-cache\s20-4.jpg">    </p:cNvPr>
          <p:cNvPicPr>
            <a:picLocks noChangeAspect="1"/>
          </p:cNvPicPr>
          <p:nvPr/>
        </p:nvPicPr>
        <p:blipFill>
          <a:blip r:embed="rId5"/>
          <a:stretch>
            <a:fillRect/>
          </a:stretch>
        </p:blipFill>
        <p:spPr>
          <a:xfrm>
            <a:off x="0" y="0"/>
            <a:ext cx="12191695" cy="6858000"/>
          </a:xfrm>
          <a:prstGeom prst="rect">
            <a:avLst/>
          </a:prstGeom>
        </p:spPr>
      </p:pic>
      <p:pic>
        <p:nvPicPr>
          <p:cNvPr id="7" name="anim-g5-69" descr="C:\Users\user\projects\younes-training\masmak-judges\.pptx-cache\s20-5.jpg">    </p:cNvPr>
          <p:cNvPicPr>
            <a:picLocks noChangeAspect="1"/>
          </p:cNvPicPr>
          <p:nvPr/>
        </p:nvPicPr>
        <p:blipFill>
          <a:blip r:embed="rId6"/>
          <a:stretch>
            <a:fillRect/>
          </a:stretch>
        </p:blipFill>
        <p:spPr>
          <a:xfrm>
            <a:off x="0" y="0"/>
            <a:ext cx="12191695" cy="6858000"/>
          </a:xfrm>
          <a:prstGeom prst="rect">
            <a:avLst/>
          </a:prstGeom>
        </p:spPr>
      </p:pic>
      <p:pic>
        <p:nvPicPr>
          <p:cNvPr id="8" name="anim-g6-70" descr="C:\Users\user\projects\younes-training\masmak-judges\.pptx-cache\s20-6.jpg">    </p:cNvPr>
          <p:cNvPicPr>
            <a:picLocks noChangeAspect="1"/>
          </p:cNvPicPr>
          <p:nvPr/>
        </p:nvPicPr>
        <p:blipFill>
          <a:blip r:embed="rId7"/>
          <a:stretch>
            <a:fillRect/>
          </a:stretch>
        </p:blipFill>
        <p:spPr>
          <a:xfrm>
            <a:off x="0" y="0"/>
            <a:ext cx="12191695" cy="6858000"/>
          </a:xfrm>
          <a:prstGeom prst="rect">
            <a:avLst/>
          </a:prstGeom>
        </p:spPr>
      </p:pic>
      <p:pic>
        <p:nvPicPr>
          <p:cNvPr id="9" name="anim-g7-71" descr="C:\Users\user\projects\younes-training\masmak-judges\.pptx-cache\s20-7.jpg">    </p:cNvPr>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0.jpg">    </p:cNvPr>
          <p:cNvPicPr>
            <a:picLocks noChangeAspect="1"/>
          </p:cNvPicPr>
          <p:nvPr/>
        </p:nvPicPr>
        <p:blipFill>
          <a:blip r:embed="rId1"/>
          <a:stretch>
            <a:fillRect/>
          </a:stretch>
        </p:blipFill>
        <p:spPr>
          <a:xfrm>
            <a:off x="0" y="0"/>
            <a:ext cx="12191695" cy="6858000"/>
          </a:xfrm>
          <a:prstGeom prst="rect">
            <a:avLst/>
          </a:prstGeom>
        </p:spPr>
      </p:pic>
      <p:pic>
        <p:nvPicPr>
          <p:cNvPr id="3" name="anim-g1-72" descr="C:\Users\user\projects\younes-training\masmak-judges\.pptx-cache\s22-1.jpg">    </p:cNvPr>
          <p:cNvPicPr>
            <a:picLocks noChangeAspect="1"/>
          </p:cNvPicPr>
          <p:nvPr/>
        </p:nvPicPr>
        <p:blipFill>
          <a:blip r:embed="rId2"/>
          <a:stretch>
            <a:fillRect/>
          </a:stretch>
        </p:blipFill>
        <p:spPr>
          <a:xfrm>
            <a:off x="0" y="0"/>
            <a:ext cx="12191695" cy="6858000"/>
          </a:xfrm>
          <a:prstGeom prst="rect">
            <a:avLst/>
          </a:prstGeom>
        </p:spPr>
      </p:pic>
      <p:pic>
        <p:nvPicPr>
          <p:cNvPr id="4" name="anim-g2-73" descr="C:\Users\user\projects\younes-training\masmak-judges\.pptx-cache\s22-2.jpg">    </p:cNvPr>
          <p:cNvPicPr>
            <a:picLocks noChangeAspect="1"/>
          </p:cNvPicPr>
          <p:nvPr/>
        </p:nvPicPr>
        <p:blipFill>
          <a:blip r:embed="rId3"/>
          <a:stretch>
            <a:fillRect/>
          </a:stretch>
        </p:blipFill>
        <p:spPr>
          <a:xfrm>
            <a:off x="0" y="0"/>
            <a:ext cx="12191695" cy="6858000"/>
          </a:xfrm>
          <a:prstGeom prst="rect">
            <a:avLst/>
          </a:prstGeom>
        </p:spPr>
      </p:pic>
      <p:pic>
        <p:nvPicPr>
          <p:cNvPr id="5" name="anim-g3-74" descr="C:\Users\user\projects\younes-training\masmak-judges\.pptx-cache\s22-3.jpg">    </p:cNvPr>
          <p:cNvPicPr>
            <a:picLocks noChangeAspect="1"/>
          </p:cNvPicPr>
          <p:nvPr/>
        </p:nvPicPr>
        <p:blipFill>
          <a:blip r:embed="rId4"/>
          <a:stretch>
            <a:fillRect/>
          </a:stretch>
        </p:blipFill>
        <p:spPr>
          <a:xfrm>
            <a:off x="0" y="0"/>
            <a:ext cx="12191695" cy="6858000"/>
          </a:xfrm>
          <a:prstGeom prst="rect">
            <a:avLst/>
          </a:prstGeom>
        </p:spPr>
      </p:pic>
      <p:pic>
        <p:nvPicPr>
          <p:cNvPr id="6" name="anim-g4-75" descr="C:\Users\user\projects\younes-training\masmak-judges\.pptx-cache\s22-4.jpg">    </p:cNvPr>
          <p:cNvPicPr>
            <a:picLocks noChangeAspect="1"/>
          </p:cNvPicPr>
          <p:nvPr/>
        </p:nvPicPr>
        <p:blipFill>
          <a:blip r:embed="rId5"/>
          <a:stretch>
            <a:fillRect/>
          </a:stretch>
        </p:blipFill>
        <p:spPr>
          <a:xfrm>
            <a:off x="0" y="0"/>
            <a:ext cx="12191695" cy="6858000"/>
          </a:xfrm>
          <a:prstGeom prst="rect">
            <a:avLst/>
          </a:prstGeom>
        </p:spPr>
      </p:pic>
      <p:pic>
        <p:nvPicPr>
          <p:cNvPr id="7" name="anim-g5-76" descr="C:\Users\user\projects\younes-training\masmak-judges\.pptx-cache\s22-5.jpg">    </p:cNvPr>
          <p:cNvPicPr>
            <a:picLocks noChangeAspect="1"/>
          </p:cNvPicPr>
          <p:nvPr/>
        </p:nvPicPr>
        <p:blipFill>
          <a:blip r:embed="rId6"/>
          <a:stretch>
            <a:fillRect/>
          </a:stretch>
        </p:blipFill>
        <p:spPr>
          <a:xfrm>
            <a:off x="0" y="0"/>
            <a:ext cx="12191695" cy="6858000"/>
          </a:xfrm>
          <a:prstGeom prst="rect">
            <a:avLst/>
          </a:prstGeom>
        </p:spPr>
      </p:pic>
      <p:pic>
        <p:nvPicPr>
          <p:cNvPr id="8" name="anim-g6-77" descr="C:\Users\user\projects\younes-training\masmak-judges\.pptx-cache\s22-6.jpg">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rtl="1" algn="r" indent="0" marL="0">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rtl="1" algn="ctr" indent="0" marL="0">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78"/>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sp>
      <p:sp>
        <p:nvSpPr>
          <p:cNvPr id="10" name="anim-g1-79"/>
          <p:cNvSpPr/>
          <p:nvPr/>
        </p:nvSpPr>
        <p:spPr>
          <a:xfrm>
            <a:off x="7331476" y="2514600"/>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80"/>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sp>
      <p:sp>
        <p:nvSpPr>
          <p:cNvPr id="12" name="anim-g1-81"/>
          <p:cNvSpPr/>
          <p:nvPr/>
        </p:nvSpPr>
        <p:spPr>
          <a:xfrm>
            <a:off x="960120" y="2514600"/>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82"/>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sp>
      <p:sp>
        <p:nvSpPr>
          <p:cNvPr id="14" name="anim-g2-83"/>
          <p:cNvSpPr/>
          <p:nvPr/>
        </p:nvSpPr>
        <p:spPr>
          <a:xfrm>
            <a:off x="7331476" y="3240634"/>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84"/>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sp>
      <p:sp>
        <p:nvSpPr>
          <p:cNvPr id="16" name="anim-g2-85"/>
          <p:cNvSpPr/>
          <p:nvPr/>
        </p:nvSpPr>
        <p:spPr>
          <a:xfrm>
            <a:off x="960120" y="3240634"/>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86"/>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sp>
      <p:sp>
        <p:nvSpPr>
          <p:cNvPr id="18" name="anim-g3-87"/>
          <p:cNvSpPr/>
          <p:nvPr/>
        </p:nvSpPr>
        <p:spPr>
          <a:xfrm>
            <a:off x="7331476" y="3966667"/>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88"/>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sp>
      <p:sp>
        <p:nvSpPr>
          <p:cNvPr id="20" name="anim-g3-89"/>
          <p:cNvSpPr/>
          <p:nvPr/>
        </p:nvSpPr>
        <p:spPr>
          <a:xfrm>
            <a:off x="960120" y="3966667"/>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90"/>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sp>
      <p:sp>
        <p:nvSpPr>
          <p:cNvPr id="22" name="anim-g4-91"/>
          <p:cNvSpPr/>
          <p:nvPr/>
        </p:nvSpPr>
        <p:spPr>
          <a:xfrm>
            <a:off x="7331476" y="4692701"/>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92"/>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sp>
      <p:sp>
        <p:nvSpPr>
          <p:cNvPr id="24" name="anim-g4-93"/>
          <p:cNvSpPr/>
          <p:nvPr/>
        </p:nvSpPr>
        <p:spPr>
          <a:xfrm>
            <a:off x="960120" y="4692701"/>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94"/>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sp>
      <p:sp>
        <p:nvSpPr>
          <p:cNvPr id="26" name="anim-g5-95"/>
          <p:cNvSpPr/>
          <p:nvPr/>
        </p:nvSpPr>
        <p:spPr>
          <a:xfrm>
            <a:off x="7331476" y="5418734"/>
            <a:ext cx="3900099"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96"/>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sp>
      <p:sp>
        <p:nvSpPr>
          <p:cNvPr id="28" name="anim-g5-97"/>
          <p:cNvSpPr/>
          <p:nvPr/>
        </p:nvSpPr>
        <p:spPr>
          <a:xfrm>
            <a:off x="960120" y="5418734"/>
            <a:ext cx="5987308" cy="616306"/>
          </a:xfrm>
          <a:prstGeom prst="rect">
            <a:avLst/>
          </a:prstGeom>
          <a:noFill/>
          <a:ln/>
        </p:spPr>
        <p:txBody>
          <a:bodyPr wrap="square" lIns="0" tIns="0" rIns="0" bIns="0" rtlCol="0" anchor="ctr">
            <a:normAutofit/>
          </a:bodyPr>
          <a:lstStyle/>
          <a:p>
            <a:pPr rtl="1" algn="r" indent="0" marL="0">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algn="r" indent="0" marL="0">
              <a:buNone/>
            </a:pPr>
            <a:r>
              <a:rPr lang="ar-SA" altLang="en-US" sz="1200" b="1" dirty="0">
                <a:solidFill>
                  <a:srgbClr val="5E6782"/>
                </a:solidFill>
                <a:latin typeface="Cairo" pitchFamily="34" charset="0"/>
                <a:ea typeface="Cairo" pitchFamily="34" charset="-122"/>
                <a:cs typeface="Cairo" pitchFamily="34" charset="-120"/>
              </a:rPr>
              <a:t>🌳 </a:t>
            </a:r>
            <a:pPr algn="r" indent="0" marL="0">
              <a:buNone/>
            </a:pPr>
            <a:r>
              <a:rPr lang="ar-SA" altLang="en-US" sz="1200" b="1" dirty="0">
                <a:solidFill>
                  <a:srgbClr val="D9AE4B"/>
                </a:solidFill>
                <a:latin typeface="Cairo" pitchFamily="34" charset="0"/>
                <a:ea typeface="Cairo" pitchFamily="34" charset="-122"/>
                <a:cs typeface="Cairo" pitchFamily="34" charset="-120"/>
              </a:rPr>
              <a:t>جذور</a:t>
            </a:r>
            <a:pPr algn="r" indent="0" marL="0">
              <a:buNone/>
            </a:pP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rtl="1" algn="l" indent="0" marL="0">
              <a:buNone/>
            </a:pPr>
            <a:r>
              <a:rPr lang="ar-SA" altLang="en-US" sz="1200" b="1" dirty="0">
                <a:solidFill>
                  <a:srgbClr val="5E6782"/>
                </a:solidFill>
                <a:latin typeface="Cairo" pitchFamily="34" charset="0"/>
                <a:ea typeface="Cairo" pitchFamily="34" charset="-122"/>
                <a:cs typeface="Cairo" pitchFamily="34" charset="-120"/>
              </a:rPr>
              <a:t>🏆 التحديات  ·  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rtl="1" algn="ctr" indent="0" marL="0">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rtl="1" algn="ctr" indent="0" marL="0">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rtl="1" algn="ctr" indent="0" marL="0">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rtl="1" algn="ctr" indent="0" marL="0">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فريق al arqam innovators · مدارس الأرقم</cp:lastModifiedBy>
  <cp:revision>1</cp:revision>
  <dcterms:created xsi:type="dcterms:W3CDTF">2026-10-02T17:33:50Z</dcterms:created>
  <dcterms:modified xsi:type="dcterms:W3CDTF">2026-10-02T17:33:50Z</dcterms:modified>
</cp:coreProperties>
</file>