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53264039"/>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الروبوت الأول يقرر أن اللهب أخطر فيتجه إليه، ويرسل إلى الروبوت الثاني «إلى الغاز». ينطلقان معًا: مضخة هنا ومروحة هناك.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8.jpg"/><Relationship Id="rId7" Type="http://schemas.openxmlformats.org/officeDocument/2006/relationships/image" Target="../media/image12.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 Id="rId9" Type="http://schemas.openxmlformats.org/officeDocument/2006/relationships/image" Target="../media/image14.jpg"/></Relationships>
</file>

<file path=ppt/slides/_rels/slide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9.jpg"/><Relationship Id="rId5" Type="http://schemas.openxmlformats.org/officeDocument/2006/relationships/image" Target="../media/image18.jpg"/><Relationship Id="rId4" Type="http://schemas.openxmlformats.org/officeDocument/2006/relationships/image" Target="../media/image17.jpg"/><Relationship Id="rId9" Type="http://schemas.openxmlformats.org/officeDocument/2006/relationships/image" Target="../media/image22.jpg"/></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24.jpg"/><Relationship Id="rId7" Type="http://schemas.openxmlformats.org/officeDocument/2006/relationships/image" Target="../media/image28.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jpg"/><Relationship Id="rId9" Type="http://schemas.openxmlformats.org/officeDocument/2006/relationships/image" Target="../media/image30.jpg"/></Relationships>
</file>

<file path=ppt/slides/_rels/slide12.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33.jpg"/></Relationships>
</file>

<file path=ppt/slides/_rels/slide14.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4.jpg"/><Relationship Id="rId3" Type="http://schemas.openxmlformats.org/officeDocument/2006/relationships/image" Target="../media/image39.jpg"/><Relationship Id="rId7" Type="http://schemas.openxmlformats.org/officeDocument/2006/relationships/image" Target="../media/image43.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2.jpg"/><Relationship Id="rId5" Type="http://schemas.openxmlformats.org/officeDocument/2006/relationships/image" Target="../media/image41.jpg"/><Relationship Id="rId4" Type="http://schemas.openxmlformats.org/officeDocument/2006/relationships/image" Target="../media/image40.jpg"/><Relationship Id="rId9" Type="http://schemas.openxmlformats.org/officeDocument/2006/relationships/image" Target="../media/image45.jpg"/></Relationships>
</file>

<file path=ppt/slides/_rels/slide16.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4.jpg"/><Relationship Id="rId3" Type="http://schemas.openxmlformats.org/officeDocument/2006/relationships/image" Target="../media/image49.jpg"/><Relationship Id="rId7"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jpg"/><Relationship Id="rId5" Type="http://schemas.openxmlformats.org/officeDocument/2006/relationships/image" Target="../media/image51.jpg"/><Relationship Id="rId10" Type="http://schemas.openxmlformats.org/officeDocument/2006/relationships/image" Target="../media/image56.jpg"/><Relationship Id="rId4" Type="http://schemas.openxmlformats.org/officeDocument/2006/relationships/image" Target="../media/image50.jpg"/><Relationship Id="rId9" Type="http://schemas.openxmlformats.org/officeDocument/2006/relationships/image" Target="../media/image55.jpg"/></Relationships>
</file>

<file path=ppt/slides/_rels/slide21.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3.jpg"/><Relationship Id="rId3" Type="http://schemas.openxmlformats.org/officeDocument/2006/relationships/image" Target="../media/image58.jpg"/><Relationship Id="rId7" Type="http://schemas.openxmlformats.org/officeDocument/2006/relationships/image" Target="../media/image62.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1.jpg"/><Relationship Id="rId5" Type="http://schemas.openxmlformats.org/officeDocument/2006/relationships/image" Target="../media/image60.jpg"/><Relationship Id="rId10" Type="http://schemas.openxmlformats.org/officeDocument/2006/relationships/image" Target="../media/image65.jpg"/><Relationship Id="rId4" Type="http://schemas.openxmlformats.org/officeDocument/2006/relationships/image" Target="../media/image59.jpg"/><Relationship Id="rId9" Type="http://schemas.openxmlformats.org/officeDocument/2006/relationships/image" Target="../media/image64.jpg"/></Relationships>
</file>

<file path=ppt/slides/_rels/slide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2.gif"/>
          <p:cNvPicPr>
            <a:picLocks noChangeAspect="1"/>
          </p:cNvPicPr>
          <p:nvPr/>
        </p:nvPicPr>
        <p:blipFill>
          <a:blip r:embed="rId16"/>
          <a:stretch>
            <a:fillRect/>
          </a:stretch>
        </p:blipFill>
        <p:spPr>
          <a:xfrm>
            <a:off x="825479" y="2184400"/>
            <a:ext cx="10540736" cy="384810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7"/>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
          <p:cNvSpPr/>
          <p:nvPr/>
        </p:nvSpPr>
        <p:spPr>
          <a:xfrm>
            <a:off x="10527487" y="2267712"/>
            <a:ext cx="566928" cy="566928"/>
          </a:xfrm>
          <a:prstGeom prst="roundRect">
            <a:avLst>
              <a:gd name="adj" fmla="val 32258"/>
            </a:avLst>
          </a:prstGeom>
          <a:solidFill>
            <a:srgbClr val="F7E6BC"/>
          </a:solidFill>
          <a:ln/>
        </p:spPr>
      </p:sp>
      <p:sp>
        <p:nvSpPr>
          <p:cNvPr id="7" name="anim-g1-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1"/>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2"/>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3"/>
          <p:cNvSpPr/>
          <p:nvPr/>
        </p:nvSpPr>
        <p:spPr>
          <a:xfrm>
            <a:off x="6920789" y="2267712"/>
            <a:ext cx="566928" cy="566928"/>
          </a:xfrm>
          <a:prstGeom prst="roundRect">
            <a:avLst>
              <a:gd name="adj" fmla="val 32258"/>
            </a:avLst>
          </a:prstGeom>
          <a:solidFill>
            <a:srgbClr val="F7E6BC"/>
          </a:solidFill>
          <a:ln/>
        </p:spPr>
      </p:sp>
      <p:sp>
        <p:nvSpPr>
          <p:cNvPr id="12" name="anim-g2-1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6"/>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7"/>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8"/>
          <p:cNvSpPr/>
          <p:nvPr/>
        </p:nvSpPr>
        <p:spPr>
          <a:xfrm>
            <a:off x="3314090" y="2267712"/>
            <a:ext cx="566928" cy="566928"/>
          </a:xfrm>
          <a:prstGeom prst="roundRect">
            <a:avLst>
              <a:gd name="adj" fmla="val 32258"/>
            </a:avLst>
          </a:prstGeom>
          <a:solidFill>
            <a:srgbClr val="F7E6BC"/>
          </a:solidFill>
          <a:ln/>
        </p:spPr>
      </p:sp>
      <p:sp>
        <p:nvSpPr>
          <p:cNvPr id="17" name="anim-g3-1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1"/>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0.jpg"/>
          <p:cNvPicPr>
            <a:picLocks noChangeAspect="1"/>
          </p:cNvPicPr>
          <p:nvPr/>
        </p:nvPicPr>
        <p:blipFill>
          <a:blip r:embed="rId3"/>
          <a:stretch>
            <a:fillRect/>
          </a:stretch>
        </p:blipFill>
        <p:spPr>
          <a:xfrm>
            <a:off x="0" y="0"/>
            <a:ext cx="12191695" cy="6858000"/>
          </a:xfrm>
          <a:prstGeom prst="rect">
            <a:avLst/>
          </a:prstGeom>
        </p:spPr>
      </p:pic>
      <p:pic>
        <p:nvPicPr>
          <p:cNvPr id="3" name="anim-g1-22" descr="C:\Users\user\projects\younes-training\masmak-judges\.pptx-cache\s7-1.jpg"/>
          <p:cNvPicPr>
            <a:picLocks noChangeAspect="1"/>
          </p:cNvPicPr>
          <p:nvPr/>
        </p:nvPicPr>
        <p:blipFill>
          <a:blip r:embed="rId4"/>
          <a:stretch>
            <a:fillRect/>
          </a:stretch>
        </p:blipFill>
        <p:spPr>
          <a:xfrm>
            <a:off x="0" y="0"/>
            <a:ext cx="12191695" cy="6858000"/>
          </a:xfrm>
          <a:prstGeom prst="rect">
            <a:avLst/>
          </a:prstGeom>
        </p:spPr>
      </p:pic>
      <p:pic>
        <p:nvPicPr>
          <p:cNvPr id="4" name="anim-g2-23" descr="C:\Users\user\projects\younes-training\masmak-judges\.pptx-cache\s7-2.jpg"/>
          <p:cNvPicPr>
            <a:picLocks noChangeAspect="1"/>
          </p:cNvPicPr>
          <p:nvPr/>
        </p:nvPicPr>
        <p:blipFill>
          <a:blip r:embed="rId5"/>
          <a:stretch>
            <a:fillRect/>
          </a:stretch>
        </p:blipFill>
        <p:spPr>
          <a:xfrm>
            <a:off x="0" y="0"/>
            <a:ext cx="12191695" cy="6858000"/>
          </a:xfrm>
          <a:prstGeom prst="rect">
            <a:avLst/>
          </a:prstGeom>
        </p:spPr>
      </p:pic>
      <p:pic>
        <p:nvPicPr>
          <p:cNvPr id="5" name="anim-g3-24" descr="C:\Users\user\projects\younes-training\masmak-judges\.pptx-cache\s7-3.jpg"/>
          <p:cNvPicPr>
            <a:picLocks noChangeAspect="1"/>
          </p:cNvPicPr>
          <p:nvPr/>
        </p:nvPicPr>
        <p:blipFill>
          <a:blip r:embed="rId6"/>
          <a:stretch>
            <a:fillRect/>
          </a:stretch>
        </p:blipFill>
        <p:spPr>
          <a:xfrm>
            <a:off x="0" y="0"/>
            <a:ext cx="12191695" cy="6858000"/>
          </a:xfrm>
          <a:prstGeom prst="rect">
            <a:avLst/>
          </a:prstGeom>
        </p:spPr>
      </p:pic>
      <p:pic>
        <p:nvPicPr>
          <p:cNvPr id="6" name="anim-g4-25" descr="C:\Users\user\projects\younes-training\masmak-judges\.pptx-cache\s7-4.jpg"/>
          <p:cNvPicPr>
            <a:picLocks noChangeAspect="1"/>
          </p:cNvPicPr>
          <p:nvPr/>
        </p:nvPicPr>
        <p:blipFill>
          <a:blip r:embed="rId7"/>
          <a:stretch>
            <a:fillRect/>
          </a:stretch>
        </p:blipFill>
        <p:spPr>
          <a:xfrm>
            <a:off x="0" y="0"/>
            <a:ext cx="12191695" cy="6858000"/>
          </a:xfrm>
          <a:prstGeom prst="rect">
            <a:avLst/>
          </a:prstGeom>
        </p:spPr>
      </p:pic>
      <p:pic>
        <p:nvPicPr>
          <p:cNvPr id="7" name="anim-g5-26" descr="C:\Users\user\projects\younes-training\masmak-judges\.pptx-cache\s7-5.jpg"/>
          <p:cNvPicPr>
            <a:picLocks noChangeAspect="1"/>
          </p:cNvPicPr>
          <p:nvPr/>
        </p:nvPicPr>
        <p:blipFill>
          <a:blip r:embed="rId8"/>
          <a:stretch>
            <a:fillRect/>
          </a:stretch>
        </p:blipFill>
        <p:spPr>
          <a:xfrm>
            <a:off x="0" y="0"/>
            <a:ext cx="12191695" cy="6858000"/>
          </a:xfrm>
          <a:prstGeom prst="rect">
            <a:avLst/>
          </a:prstGeom>
        </p:spPr>
      </p:pic>
      <p:pic>
        <p:nvPicPr>
          <p:cNvPr id="8" name="anim-g6-27" descr="C:\Users\user\projects\younes-training\masmak-judges\.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0.jpg"/>
          <p:cNvPicPr>
            <a:picLocks noChangeAspect="1"/>
          </p:cNvPicPr>
          <p:nvPr/>
        </p:nvPicPr>
        <p:blipFill>
          <a:blip r:embed="rId3"/>
          <a:stretch>
            <a:fillRect/>
          </a:stretch>
        </p:blipFill>
        <p:spPr>
          <a:xfrm>
            <a:off x="0" y="0"/>
            <a:ext cx="12191695" cy="6858000"/>
          </a:xfrm>
          <a:prstGeom prst="rect">
            <a:avLst/>
          </a:prstGeom>
        </p:spPr>
      </p:pic>
      <p:pic>
        <p:nvPicPr>
          <p:cNvPr id="3" name="anim-g1-28" descr="C:\Users\user\projects\younes-training\masmak-judges\.pptx-cache\s9-1.jpg"/>
          <p:cNvPicPr>
            <a:picLocks noChangeAspect="1"/>
          </p:cNvPicPr>
          <p:nvPr/>
        </p:nvPicPr>
        <p:blipFill>
          <a:blip r:embed="rId4"/>
          <a:stretch>
            <a:fillRect/>
          </a:stretch>
        </p:blipFill>
        <p:spPr>
          <a:xfrm>
            <a:off x="0" y="0"/>
            <a:ext cx="12191695" cy="6858000"/>
          </a:xfrm>
          <a:prstGeom prst="rect">
            <a:avLst/>
          </a:prstGeom>
        </p:spPr>
      </p:pic>
      <p:pic>
        <p:nvPicPr>
          <p:cNvPr id="4" name="anim-g2-29" descr="C:\Users\user\projects\younes-training\masmak-judges\.pptx-cache\s9-2.jpg"/>
          <p:cNvPicPr>
            <a:picLocks noChangeAspect="1"/>
          </p:cNvPicPr>
          <p:nvPr/>
        </p:nvPicPr>
        <p:blipFill>
          <a:blip r:embed="rId5"/>
          <a:stretch>
            <a:fillRect/>
          </a:stretch>
        </p:blipFill>
        <p:spPr>
          <a:xfrm>
            <a:off x="0" y="0"/>
            <a:ext cx="12191695" cy="6858000"/>
          </a:xfrm>
          <a:prstGeom prst="rect">
            <a:avLst/>
          </a:prstGeom>
        </p:spPr>
      </p:pic>
      <p:pic>
        <p:nvPicPr>
          <p:cNvPr id="5" name="anim-g3-30" descr="C:\Users\user\projects\younes-training\masmak-judges\.pptx-cache\s9-3.jpg"/>
          <p:cNvPicPr>
            <a:picLocks noChangeAspect="1"/>
          </p:cNvPicPr>
          <p:nvPr/>
        </p:nvPicPr>
        <p:blipFill>
          <a:blip r:embed="rId6"/>
          <a:stretch>
            <a:fillRect/>
          </a:stretch>
        </p:blipFill>
        <p:spPr>
          <a:xfrm>
            <a:off x="0" y="0"/>
            <a:ext cx="12191695" cy="6858000"/>
          </a:xfrm>
          <a:prstGeom prst="rect">
            <a:avLst/>
          </a:prstGeom>
        </p:spPr>
      </p:pic>
      <p:pic>
        <p:nvPicPr>
          <p:cNvPr id="6" name="anim-g4-31" descr="C:\Users\user\projects\younes-training\masmak-judges\.pptx-cache\s9-4.jpg"/>
          <p:cNvPicPr>
            <a:picLocks noChangeAspect="1"/>
          </p:cNvPicPr>
          <p:nvPr/>
        </p:nvPicPr>
        <p:blipFill>
          <a:blip r:embed="rId7"/>
          <a:stretch>
            <a:fillRect/>
          </a:stretch>
        </p:blipFill>
        <p:spPr>
          <a:xfrm>
            <a:off x="0" y="0"/>
            <a:ext cx="12191695" cy="6858000"/>
          </a:xfrm>
          <a:prstGeom prst="rect">
            <a:avLst/>
          </a:prstGeom>
        </p:spPr>
      </p:pic>
      <p:pic>
        <p:nvPicPr>
          <p:cNvPr id="7" name="anim-g5-32" descr="C:\Users\user\projects\younes-training\masmak-judges\.pptx-cache\s9-5.jpg"/>
          <p:cNvPicPr>
            <a:picLocks noChangeAspect="1"/>
          </p:cNvPicPr>
          <p:nvPr/>
        </p:nvPicPr>
        <p:blipFill>
          <a:blip r:embed="rId8"/>
          <a:stretch>
            <a:fillRect/>
          </a:stretch>
        </p:blipFill>
        <p:spPr>
          <a:xfrm>
            <a:off x="0" y="0"/>
            <a:ext cx="12191695" cy="6858000"/>
          </a:xfrm>
          <a:prstGeom prst="rect">
            <a:avLst/>
          </a:prstGeom>
        </p:spPr>
      </p:pic>
      <p:pic>
        <p:nvPicPr>
          <p:cNvPr id="8" name="anim-g6-33" descr="C:\Users\user\projects\younes-training\masmak-judges\.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34" descr="C:\Users\user\projects\younes-training\masmak-judges\.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35" descr="C:\Users\user\projects\younes-training\masmak-judges\.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36" descr="C:\Users\user\projects\younes-training\masmak-judges\.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37" descr="C:\Users\user\projects\younes-training\masmak-judges\.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38" descr="C:\Users\user\projects\younes-training\masmak-judges\.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39" descr="C:\Users\user\projects\younes-training\masmak-judges\.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40" descr="C:\Users\user\projects\younes-training\masmak-judges\.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41" descr="C:\Users\user\projects\younes-training\masmak-judges\.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42" descr="C:\Users\user\projects\younes-training\masmak-judges\.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43" descr="C:\Users\user\projects\younes-training\masmak-judges\.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44" descr="C:\Users\user\projects\younes-training\masmak-judges\.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45" descr="C:\Users\user\projects\younes-training\masmak-judges\.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46" descr="C:\Users\user\projects\younes-training\masmak-judges\.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47" descr="C:\Users\user\projects\younes-training\masmak-judges\.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48" descr="C:\Users\user\projects\younes-training\masmak-judges\.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49" descr="C:\Users\user\projects\younes-training\masmak-judges\.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50" descr="C:\Users\user\projects\younes-training\masmak-judges\.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1"/>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2"/>
          <p:cNvSpPr/>
          <p:nvPr/>
        </p:nvSpPr>
        <p:spPr>
          <a:xfrm>
            <a:off x="10527487" y="2267712"/>
            <a:ext cx="566928" cy="566928"/>
          </a:xfrm>
          <a:prstGeom prst="roundRect">
            <a:avLst>
              <a:gd name="adj" fmla="val 32258"/>
            </a:avLst>
          </a:prstGeom>
          <a:solidFill>
            <a:srgbClr val="F7E6BC"/>
          </a:solidFill>
          <a:ln/>
        </p:spPr>
      </p:sp>
      <p:sp>
        <p:nvSpPr>
          <p:cNvPr id="7" name="anim-g1-5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5"/>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6"/>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7"/>
          <p:cNvSpPr/>
          <p:nvPr/>
        </p:nvSpPr>
        <p:spPr>
          <a:xfrm>
            <a:off x="5117440" y="2267712"/>
            <a:ext cx="566928" cy="566928"/>
          </a:xfrm>
          <a:prstGeom prst="roundRect">
            <a:avLst>
              <a:gd name="adj" fmla="val 32258"/>
            </a:avLst>
          </a:prstGeom>
          <a:solidFill>
            <a:srgbClr val="F7E6BC"/>
          </a:solidFill>
          <a:ln/>
        </p:spPr>
      </p:sp>
      <p:sp>
        <p:nvSpPr>
          <p:cNvPr id="12" name="anim-g2-5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0"/>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1"/>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2"/>
          <p:cNvSpPr/>
          <p:nvPr/>
        </p:nvSpPr>
        <p:spPr>
          <a:xfrm>
            <a:off x="10527487" y="4393692"/>
            <a:ext cx="566928" cy="566928"/>
          </a:xfrm>
          <a:prstGeom prst="roundRect">
            <a:avLst>
              <a:gd name="adj" fmla="val 32258"/>
            </a:avLst>
          </a:prstGeom>
          <a:solidFill>
            <a:srgbClr val="F7E6BC"/>
          </a:solidFill>
          <a:ln/>
        </p:spPr>
      </p:sp>
      <p:sp>
        <p:nvSpPr>
          <p:cNvPr id="17" name="anim-g3-63"/>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4"/>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5"/>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6"/>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7"/>
          <p:cNvSpPr/>
          <p:nvPr/>
        </p:nvSpPr>
        <p:spPr>
          <a:xfrm>
            <a:off x="5117440" y="4393692"/>
            <a:ext cx="566928" cy="566928"/>
          </a:xfrm>
          <a:prstGeom prst="roundRect">
            <a:avLst>
              <a:gd name="adj" fmla="val 32258"/>
            </a:avLst>
          </a:prstGeom>
          <a:solidFill>
            <a:srgbClr val="F7E6BC"/>
          </a:solidFill>
          <a:ln/>
        </p:spPr>
      </p:sp>
      <p:sp>
        <p:nvSpPr>
          <p:cNvPr id="22" name="anim-g4-68"/>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9"/>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0"/>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71" descr="C:\Users\user\projects\younes-training\masmak-judges\.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72" descr="C:\Users\user\projects\younes-training\masmak-judges\.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73" descr="C:\Users\user\projects\younes-training\masmak-judges\.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74" descr="C:\Users\user\projects\younes-training\masmak-judges\.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75" descr="C:\Users\user\projects\younes-training\masmak-judges\.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76" descr="C:\Users\user\projects\younes-training\masmak-judges\.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77" descr="C:\Users\user\projects\younes-training\masmak-judges\.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78" descr="C:\Users\user\projects\younes-training\masmak-judges\.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79" descr="C:\Users\user\projects\younes-training\masmak-judges\.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80" descr="C:\Users\user\projects\younes-training\masmak-judges\.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81" descr="C:\Users\user\projects\younes-training\masmak-judges\.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82" descr="C:\Users\user\projects\younes-training\masmak-judges\.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83" descr="C:\Users\user\projects\younes-training\masmak-judges\.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84" descr="C:\Users\user\projects\younes-training\masmak-judges\.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85"/>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86"/>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87"/>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88"/>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89"/>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90"/>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91"/>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92"/>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93"/>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94"/>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95"/>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96"/>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97"/>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98"/>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99"/>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00"/>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01"/>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02"/>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03"/>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04"/>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٢٣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1614</Words>
  <Application>Microsoft Office PowerPoint</Application>
  <PresentationFormat>شاشة عريضة</PresentationFormat>
  <Paragraphs>107</Paragraphs>
  <Slides>24</Slides>
  <Notes>24</Notes>
  <HiddenSlides>0</HiddenSlides>
  <MMClips>6</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24</vt:i4>
      </vt:variant>
    </vt:vector>
  </HeadingPairs>
  <TitlesOfParts>
    <vt:vector size="28"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2</cp:revision>
  <dcterms:created xsi:type="dcterms:W3CDTF">2026-10-09T17:38:53Z</dcterms:created>
  <dcterms:modified xsi:type="dcterms:W3CDTF">2026-10-09T17:39:19Z</dcterms:modified>
</cp:coreProperties>
</file>