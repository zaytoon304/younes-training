
<file path=[Content_Types].xml><?xml version="1.0" encoding="utf-8"?>
<Types xmlns="http://schemas.openxmlformats.org/package/2006/content-types">
  <Default Extension="gif" ContentType="image/gif"/>
  <Default Extension="jpeg" ContentType="image/jpeg"/>
  <Default Extension="jpg" ContentType="image/jpg"/>
  <Default Extension="mp3" ContentType="audio/m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7007321"/>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تُعرض أولًا أمام المحكّمين وتعمل وحدها بصوت الراوي (في البوربوينت فيديو يبدأ تلقائيًا؛ وفي المنصة اضغط 🔊 الراوي). الفصل ٠: الزائر على كرسي LEGO، الكاميرا ترحّب به، عيناه تديران القصر يمينًا ويسارًا مع موجة الضوء، يثبّت نظره فتظهر لغة الإشارة والسرد الصوتي معًا، والرمشة والحارس يوقفان المنصة. ثم محطة الأمان: (١) لهب فقط: القائد يطفئ ويعود للخلف. (٢) غاز فقط: القائد يعطي الروبوت الثاني الإذن. (٣) لهب وغاز: القائد للهب والثاني للغاز + تيليجرام. (٤) النار أكبر: «نحتاج دعمًا»، ورجل الدفاع المدني يقود الروبوتين ٣ و٤ بيده حتى «المتحف آمن». اتركه يعمل كاملًا ثم ابدأ الشرح.
🎬 فيديو بصوت الراوي يبدأ وحده عند فتح الشريحة.</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لهب عند البرج وتسرّب غاز في اللحظة نفسها. القائد يذهب إلى اللهب بنفسه (معه المضخة)، ويرسل إلى الروبوت الثاني «إلى الغاز» (معه المروحة). ينطلقان معًا، وبعد الانتهاء يعود كلٌّ إلى مكانه بالاتجاه نفسه للخلف. روبوتان أسرع من روبوت واحد يعالج الخطرين بالتتابع. هذا ما سنبنيه في المحاور ٩–١٥.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الثلاثة: لهب فقط (القائد يذهب ويعود للخلف، والثاني يحرس)، ثم غاز فقط (القائد يبقى ويعطي الثاني الإذن)، ثم الاثنان معًا (القائد للهب ويأمر الثاني بالغاز). ثم حرّك المنزلقتين بنفسك.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نأمر الثاني قبل أن نتحرك؟ لأن مهمة اللهب تستغرق وقتًا، ولو أبلغناه بعدها لانتظر الغاز بلا داعٍ. ترتيب سطرين يصنع فرقًا في ثوانٍ ثمينة.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القائد (الأحمر) يذهب بنفسه ويطفئ ثم يعود بالاتجاه نفسه للخلف، والثاني (الأزرق) يحرس. ثم «غاز B»: القائد يبقى، وتطير منه رسالة إذن إلى الثاني فينطلق ويشغّل المروحة ويعود. ثم «معًا»: غاز في A ولهب في B: القائد يرسل الأمر للثاني ثم ينطلق إلى اللهب، فيعملان في الوقت نفسه: مضخة هنا ومروحة هناك، ثم يعود كلٌّ مكانه.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والروبوت الثاني؟ ينتظر رسالة GO GAS من القائد، فيذهب إلى الغاز ويشغّل المروحة ثم يعود للخلف بالطريقة نفسها. القرار عند القائد، والتنفيذ عند الاثنين.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خطوة خطوة: في الوضع الطبيعي الشاشة تقول «المتحف آمن». عند الحريق تتحول الشاشة إلى الأحمر وتعلن «إنذار حريق» ونسبته، ثم «الروبوتات في طريقها»، ثم «أُبلغ الدفاع المدني». وبعد أن تنطفئ النار ويعود الروبوت: «تمت المهمة بنجاح» ثم «المتحف آمن الآن». الشاشة بالإنجليزية لأن شاشة LCD الصغيرة لا تكتب العربية، وهي تقلب صفحاتها وحدها كل ثانيتين مثل لوحة الإعلانات.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الجوال هنا يمثل جوال الدفاع المدني. لحظة اكتشاف الحريق ترسل المحطة وحدها رسالة تيليجرام فيها نوع الخطر ونسبته، وأن الروبوتات تتعامل معه. وعندما تزول النار ويعود كل روبوت إلى مكانه تصل رسالة ثانية: «المتحف آمن، لا داعي للحضور». اقرأ الرسالتين بصوت عالٍ أمام لجنة التحكيم، والأجمل أن يرن جوال حقيقي أمامهم.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قاعدة جواب عن سؤال «ماذا لو؟»: ماذا لو لم تنطفئ النار؟ ماذا لو انقطع الاتصال؟ ماذا لو ضاعت الرسالة؟ هذا ما يفعله المهندسون في أنظمة السلامة الحقيقية.</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القائد والروبوت الثاني يرشّان، لكن النار تكبر. تنتهي المهلة (٣٠ ثانية)، فيقرر القائد وحده أنه يحتاج دعمًا ويرسل تيليجرام: «لم نستطع السيطرة… نحتاج دعمًا عاجلًا»، ثم يعود الروبوتان للخلف بأمان. يصل رجل الإطفاء ومعه روبوتان: الثالث عليه خرطوم وكاميرا ESP32-CAM تبث الحريق إلى اللابتوب، والرابع عليه خرطوم فقط. يفتح يده أمام كاميرا اللابتوب فيتقدمان، ويقبضها فيقفان ويبدأ الرش، ويحرّك القبضة يمينًا ويسارًا فيرتفع الخرطوم وينخفض. تنطفئ النار، وتصل رسالة ثانية: «المتحف آمن».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هي الفكرة الجوهرية لمعرض الأمن: روبوتات مستقلة تعرف حدودها وتطلب المساعدة، وإنسان يقود روبوتات أخرى من مسافة آمنة دون أن يقترب من النار.</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قرار مستقل حقيقي: الروبوت يقيس، ويقارن بمهلته، ويقرر أن المهمة أكبر منه. الاعتراف بالحدود جزء من السلامة.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أو اترك العرض التلقائي: يد مفتوحة فيتقدم الروبوتان، قبضة فيقفان ويبدأ الرش، القبضة يمينًا فيرتفع الخرطوم، ويسارًا فينخفض. الماء يطفئ النار أسرع حين يكون الخرطوم بالزاوية الصحيحة. والصورة على اللابتوب تأتي من ESP32-CAM على الروبوت الثالث.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الأوامر حرف واحد يطير عبر الشبكة إلى الروبوتين، تمامًا مثل أوامر العين في مجسّم المصمك. واختفاء اليد يعني التوقف: الأمان أولًا.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audio" Target="../media/media5.mp3"/><Relationship Id="rId13" Type="http://schemas.openxmlformats.org/officeDocument/2006/relationships/slideLayout" Target="../slideLayouts/slideLayout1.xml"/><Relationship Id="rId3" Type="http://schemas.microsoft.com/office/2007/relationships/media" Target="../media/media3.mp3"/><Relationship Id="rId7" Type="http://schemas.microsoft.com/office/2007/relationships/media" Target="../media/media5.mp3"/><Relationship Id="rId12" Type="http://schemas.openxmlformats.org/officeDocument/2006/relationships/audio" Target="../media/media7.mp3"/><Relationship Id="rId17" Type="http://schemas.openxmlformats.org/officeDocument/2006/relationships/image" Target="../media/image5.png"/><Relationship Id="rId2" Type="http://schemas.openxmlformats.org/officeDocument/2006/relationships/audio" Target="../media/media2.mp3"/><Relationship Id="rId16" Type="http://schemas.openxmlformats.org/officeDocument/2006/relationships/image" Target="../media/image4.gif"/><Relationship Id="rId1" Type="http://schemas.microsoft.com/office/2007/relationships/media" Target="../media/media2.mp3"/><Relationship Id="rId6" Type="http://schemas.openxmlformats.org/officeDocument/2006/relationships/audio" Target="../media/media4.mp3"/><Relationship Id="rId11" Type="http://schemas.microsoft.com/office/2007/relationships/media" Target="../media/media7.mp3"/><Relationship Id="rId5" Type="http://schemas.microsoft.com/office/2007/relationships/media" Target="../media/media4.mp3"/><Relationship Id="rId15" Type="http://schemas.openxmlformats.org/officeDocument/2006/relationships/image" Target="../media/image3.jpg"/><Relationship Id="rId10" Type="http://schemas.openxmlformats.org/officeDocument/2006/relationships/audio" Target="../media/media6.mp3"/><Relationship Id="rId4" Type="http://schemas.openxmlformats.org/officeDocument/2006/relationships/audio" Target="../media/media3.mp3"/><Relationship Id="rId9" Type="http://schemas.microsoft.com/office/2007/relationships/media" Target="../media/media6.mp3"/><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jpg"/><Relationship Id="rId7" Type="http://schemas.openxmlformats.org/officeDocument/2006/relationships/image" Target="../media/image13.jp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jpg"/><Relationship Id="rId5" Type="http://schemas.openxmlformats.org/officeDocument/2006/relationships/image" Target="../media/image11.jpg"/><Relationship Id="rId4" Type="http://schemas.openxmlformats.org/officeDocument/2006/relationships/image" Target="../media/image10.jpg"/><Relationship Id="rId9" Type="http://schemas.openxmlformats.org/officeDocument/2006/relationships/image" Target="../media/image15.jpg"/></Relationships>
</file>

<file path=ppt/slides/_rels/slide9.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22.jpg"/><Relationship Id="rId3" Type="http://schemas.openxmlformats.org/officeDocument/2006/relationships/image" Target="../media/image17.jpg"/><Relationship Id="rId7" Type="http://schemas.openxmlformats.org/officeDocument/2006/relationships/image" Target="../media/image21.jp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0.jpg"/><Relationship Id="rId5" Type="http://schemas.openxmlformats.org/officeDocument/2006/relationships/image" Target="../media/image19.jpg"/><Relationship Id="rId4" Type="http://schemas.openxmlformats.org/officeDocument/2006/relationships/image" Target="../media/image18.jpg"/><Relationship Id="rId9" Type="http://schemas.openxmlformats.org/officeDocument/2006/relationships/image" Target="../media/image23.jpg"/></Relationships>
</file>

<file path=ppt/slides/_rels/slide11.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30.jpg"/><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jpg"/><Relationship Id="rId9" Type="http://schemas.openxmlformats.org/officeDocument/2006/relationships/image" Target="../media/image31.jpg"/></Relationships>
</file>

<file path=ppt/slides/_rels/slide13.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8" Type="http://schemas.openxmlformats.org/officeDocument/2006/relationships/image" Target="../media/image38.jpg"/><Relationship Id="rId3" Type="http://schemas.openxmlformats.org/officeDocument/2006/relationships/image" Target="../media/image33.jpg"/><Relationship Id="rId7" Type="http://schemas.openxmlformats.org/officeDocument/2006/relationships/image" Target="../media/image37.jp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6.jpg"/><Relationship Id="rId5" Type="http://schemas.openxmlformats.org/officeDocument/2006/relationships/image" Target="../media/image35.jpg"/><Relationship Id="rId4" Type="http://schemas.openxmlformats.org/officeDocument/2006/relationships/image" Target="../media/image34.jpg"/></Relationships>
</file>

<file path=ppt/slides/_rels/slide1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8" Type="http://schemas.openxmlformats.org/officeDocument/2006/relationships/image" Target="../media/image45.jpg"/><Relationship Id="rId3" Type="http://schemas.openxmlformats.org/officeDocument/2006/relationships/image" Target="../media/image40.jpg"/><Relationship Id="rId7" Type="http://schemas.openxmlformats.org/officeDocument/2006/relationships/image" Target="../media/image44.jp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3.jpg"/><Relationship Id="rId5" Type="http://schemas.openxmlformats.org/officeDocument/2006/relationships/image" Target="../media/image42.jpg"/><Relationship Id="rId4" Type="http://schemas.openxmlformats.org/officeDocument/2006/relationships/image" Target="../media/image41.jpg"/><Relationship Id="rId9" Type="http://schemas.openxmlformats.org/officeDocument/2006/relationships/image" Target="../media/image46.jpg"/></Relationships>
</file>

<file path=ppt/slides/_rels/slide17.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image" Target="../media/image55.jpg"/><Relationship Id="rId3" Type="http://schemas.openxmlformats.org/officeDocument/2006/relationships/image" Target="../media/image50.jpg"/><Relationship Id="rId7" Type="http://schemas.openxmlformats.org/officeDocument/2006/relationships/image" Target="../media/image54.jp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3.jpg"/><Relationship Id="rId5" Type="http://schemas.openxmlformats.org/officeDocument/2006/relationships/image" Target="../media/image52.jpg"/><Relationship Id="rId10" Type="http://schemas.openxmlformats.org/officeDocument/2006/relationships/image" Target="../media/image57.jpg"/><Relationship Id="rId4" Type="http://schemas.openxmlformats.org/officeDocument/2006/relationships/image" Target="../media/image51.jpg"/><Relationship Id="rId9" Type="http://schemas.openxmlformats.org/officeDocument/2006/relationships/image" Target="../media/image56.jpg"/></Relationships>
</file>

<file path=ppt/slides/_rels/slide22.xml.rels><?xml version="1.0" encoding="UTF-8" standalone="yes"?>
<Relationships xmlns="http://schemas.openxmlformats.org/package/2006/relationships"><Relationship Id="rId3" Type="http://schemas.openxmlformats.org/officeDocument/2006/relationships/image" Target="../media/image58.jp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8" Type="http://schemas.openxmlformats.org/officeDocument/2006/relationships/image" Target="../media/image64.jpg"/><Relationship Id="rId3" Type="http://schemas.openxmlformats.org/officeDocument/2006/relationships/image" Target="../media/image59.jpg"/><Relationship Id="rId7" Type="http://schemas.openxmlformats.org/officeDocument/2006/relationships/image" Target="../media/image63.jp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62.jpg"/><Relationship Id="rId5" Type="http://schemas.openxmlformats.org/officeDocument/2006/relationships/image" Target="../media/image61.jpg"/><Relationship Id="rId10" Type="http://schemas.openxmlformats.org/officeDocument/2006/relationships/image" Target="../media/image66.jpg"/><Relationship Id="rId4" Type="http://schemas.openxmlformats.org/officeDocument/2006/relationships/image" Target="../media/image60.jpg"/><Relationship Id="rId9" Type="http://schemas.openxmlformats.org/officeDocument/2006/relationships/image" Target="../media/image65.jpg"/></Relationships>
</file>

<file path=ppt/slides/_rels/slide24.xml.rels><?xml version="1.0" encoding="UTF-8" standalone="yes"?>
<Relationships xmlns="http://schemas.openxmlformats.org/package/2006/relationships"><Relationship Id="rId8" Type="http://schemas.openxmlformats.org/officeDocument/2006/relationships/image" Target="../media/image72.jpg"/><Relationship Id="rId3" Type="http://schemas.openxmlformats.org/officeDocument/2006/relationships/image" Target="../media/image67.jpg"/><Relationship Id="rId7" Type="http://schemas.openxmlformats.org/officeDocument/2006/relationships/image" Target="../media/image71.jp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70.jpg"/><Relationship Id="rId5" Type="http://schemas.openxmlformats.org/officeDocument/2006/relationships/image" Target="../media/image69.jpg"/><Relationship Id="rId4" Type="http://schemas.openxmlformats.org/officeDocument/2006/relationships/image" Target="../media/image68.jpg"/></Relationships>
</file>

<file path=ppt/slides/_rels/slide25.xml.rels><?xml version="1.0" encoding="UTF-8" standalone="yes"?>
<Relationships xmlns="http://schemas.openxmlformats.org/package/2006/relationships"><Relationship Id="rId3" Type="http://schemas.openxmlformats.org/officeDocument/2006/relationships/image" Target="../media/image73.jp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76.jpg"/><Relationship Id="rId5" Type="http://schemas.openxmlformats.org/officeDocument/2006/relationships/image" Target="../media/image75.jpg"/><Relationship Id="rId4" Type="http://schemas.openxmlformats.org/officeDocument/2006/relationships/image" Target="../media/image74.jpg"/></Relationships>
</file>

<file path=ppt/slides/_rels/slide2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5.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78.gif"/><Relationship Id="rId5" Type="http://schemas.openxmlformats.org/officeDocument/2006/relationships/image" Target="../media/image77.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8" Type="http://schemas.openxmlformats.org/officeDocument/2006/relationships/image" Target="../media/image84.jpg"/><Relationship Id="rId3" Type="http://schemas.openxmlformats.org/officeDocument/2006/relationships/image" Target="../media/image79.jpg"/><Relationship Id="rId7" Type="http://schemas.openxmlformats.org/officeDocument/2006/relationships/image" Target="../media/image83.jp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82.jpg"/><Relationship Id="rId5" Type="http://schemas.openxmlformats.org/officeDocument/2006/relationships/image" Target="../media/image81.jpg"/><Relationship Id="rId4" Type="http://schemas.openxmlformats.org/officeDocument/2006/relationships/image" Target="../media/image80.jpg"/><Relationship Id="rId9" Type="http://schemas.openxmlformats.org/officeDocument/2006/relationships/image" Target="../media/image85.jpg"/></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5.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87.gif"/><Relationship Id="rId5" Type="http://schemas.openxmlformats.org/officeDocument/2006/relationships/image" Target="../media/image86.jp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8" Type="http://schemas.openxmlformats.org/officeDocument/2006/relationships/image" Target="../media/image93.jpg"/><Relationship Id="rId3" Type="http://schemas.openxmlformats.org/officeDocument/2006/relationships/image" Target="../media/image88.jpg"/><Relationship Id="rId7" Type="http://schemas.openxmlformats.org/officeDocument/2006/relationships/image" Target="../media/image92.jp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91.jpg"/><Relationship Id="rId5" Type="http://schemas.openxmlformats.org/officeDocument/2006/relationships/image" Target="../media/image90.jpg"/><Relationship Id="rId10" Type="http://schemas.openxmlformats.org/officeDocument/2006/relationships/image" Target="../media/image95.jpg"/><Relationship Id="rId4" Type="http://schemas.openxmlformats.org/officeDocument/2006/relationships/image" Target="../media/image89.jpg"/><Relationship Id="rId9" Type="http://schemas.openxmlformats.org/officeDocument/2006/relationships/image" Target="../media/image94.jpg"/></Relationships>
</file>

<file path=ppt/slides/_rels/slide3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blurRad="254000" dist="50800" dir="16200000" algn="bl" rotWithShape="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marL="0" indent="0" algn="ctr" rtl="1">
              <a:buNone/>
            </a:pPr>
            <a:r>
              <a:rPr lang="ar-SA" altLang="en-US" sz="2000" b="1" dirty="0">
                <a:solidFill>
                  <a:srgbClr val="F0CC7A"/>
                </a:solidFill>
                <a:latin typeface="Cairo" pitchFamily="34" charset="0"/>
                <a:ea typeface="Cairo" pitchFamily="34" charset="-122"/>
                <a:cs typeface="Cairo" pitchFamily="34" charset="-120"/>
              </a:rPr>
              <a:t>WRO 2026 · Future Innovators · عرض لجنة التحكيم</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marL="0" indent="0" algn="ctr" rtl="1">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marL="0" indent="0" algn="ctr">
              <a:buNone/>
            </a:pPr>
            <a:r>
              <a:rPr lang="ar-SA" altLang="en-US" sz="2000" b="1" dirty="0">
                <a:solidFill>
                  <a:srgbClr val="C9CFE6"/>
                </a:solidFill>
                <a:latin typeface="Cairo" pitchFamily="34" charset="0"/>
                <a:ea typeface="Cairo" pitchFamily="34" charset="-122"/>
                <a:cs typeface="Cairo" pitchFamily="34" charset="-120"/>
              </a:rPr>
              <a:t>إعداد وتقديم: </a:t>
            </a:r>
            <a:r>
              <a:rPr lang="ar-SA" altLang="en-US" sz="2000" b="1" dirty="0">
                <a:solidFill>
                  <a:srgbClr val="D9AE4B"/>
                </a:solidFill>
                <a:latin typeface="Cairo" pitchFamily="34" charset="0"/>
                <a:ea typeface="Cairo" pitchFamily="34" charset="-122"/>
                <a:cs typeface="Cairo" pitchFamily="34" charset="-120"/>
              </a:rPr>
              <a:t>فريق al arqam innovators · مدارس الأرقم</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pptx-cache\s2.jpg"/>
          <p:cNvPicPr>
            <a:picLocks noChangeAspect="1"/>
          </p:cNvPicPr>
          <p:nvPr/>
        </p:nvPicPr>
        <p:blipFill>
          <a:blip r:embed="rId5"/>
          <a:stretch>
            <a:fillRect/>
          </a:stretch>
        </p:blipFill>
        <p:spPr>
          <a:xfrm>
            <a:off x="0" y="0"/>
            <a:ext cx="12191695" cy="6858000"/>
          </a:xfrm>
          <a:prstGeom prst="rect">
            <a:avLst/>
          </a:prstGeom>
        </p:spPr>
      </p:pic>
      <p:pic>
        <p:nvPicPr>
          <p:cNvPr id="4" name="video-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masmak-judges\.pptx-cache\s3.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pptx-cache\s3.gif"/>
          <p:cNvPicPr>
            <a:picLocks noChangeAspect="1"/>
          </p:cNvPicPr>
          <p:nvPr/>
        </p:nvPicPr>
        <p:blipFill>
          <a:blip r:embed="rId16"/>
          <a:stretch>
            <a:fillRect/>
          </a:stretch>
        </p:blipFill>
        <p:spPr>
          <a:xfrm>
            <a:off x="825479" y="2184400"/>
            <a:ext cx="10540736" cy="3848100"/>
          </a:xfrm>
          <a:prstGeom prst="rect">
            <a:avLst/>
          </a:prstGeom>
        </p:spPr>
      </p:pic>
      <p:pic>
        <p:nvPicPr>
          <p:cNvPr id="5" name="audio-2">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7699282" y="1809750"/>
            <a:ext cx="952872" cy="336550"/>
          </a:xfrm>
          <a:prstGeom prst="rect">
            <a:avLst/>
          </a:prstGeom>
        </p:spPr>
      </p:pic>
      <p:pic>
        <p:nvPicPr>
          <p:cNvPr id="8" name="audio-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6733114" y="1809750"/>
            <a:ext cx="902669" cy="336550"/>
          </a:xfrm>
          <a:prstGeom prst="rect">
            <a:avLst/>
          </a:prstGeom>
        </p:spPr>
      </p:pic>
      <p:pic>
        <p:nvPicPr>
          <p:cNvPr id="11" name="audio-4">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999012" y="1809750"/>
            <a:ext cx="670603" cy="336550"/>
          </a:xfrm>
          <a:prstGeom prst="rect">
            <a:avLst/>
          </a:prstGeom>
        </p:spPr>
      </p:pic>
      <p:pic>
        <p:nvPicPr>
          <p:cNvPr id="14" name="audio-5">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5270864" y="1809750"/>
            <a:ext cx="664650" cy="336550"/>
          </a:xfrm>
          <a:prstGeom prst="rect">
            <a:avLst/>
          </a:prstGeom>
        </p:spPr>
      </p:pic>
      <p:pic>
        <p:nvPicPr>
          <p:cNvPr id="17" name="audio-6">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4429312" y="1809750"/>
            <a:ext cx="778054" cy="336550"/>
          </a:xfrm>
          <a:prstGeom prst="rect">
            <a:avLst/>
          </a:prstGeom>
        </p:spPr>
      </p:pic>
      <p:pic>
        <p:nvPicPr>
          <p:cNvPr id="20" name="audio-7">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3539640" y="1809750"/>
            <a:ext cx="826174" cy="3365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
          <p:cNvSpPr/>
          <p:nvPr/>
        </p:nvSpPr>
        <p:spPr>
          <a:xfrm>
            <a:off x="10527487" y="2267712"/>
            <a:ext cx="566928" cy="566928"/>
          </a:xfrm>
          <a:prstGeom prst="roundRect">
            <a:avLst>
              <a:gd name="adj" fmla="val 32258"/>
            </a:avLst>
          </a:prstGeom>
          <a:solidFill>
            <a:srgbClr val="F7E6BC"/>
          </a:solidFill>
          <a:ln/>
        </p:spPr>
      </p:sp>
      <p:sp>
        <p:nvSpPr>
          <p:cNvPr id="7" name="anim-g1-10"/>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12"/>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1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4"/>
          <p:cNvSpPr/>
          <p:nvPr/>
        </p:nvSpPr>
        <p:spPr>
          <a:xfrm>
            <a:off x="6920789" y="2267712"/>
            <a:ext cx="566928" cy="566928"/>
          </a:xfrm>
          <a:prstGeom prst="roundRect">
            <a:avLst>
              <a:gd name="adj" fmla="val 32258"/>
            </a:avLst>
          </a:prstGeom>
          <a:solidFill>
            <a:srgbClr val="F7E6BC"/>
          </a:solidFill>
          <a:ln/>
        </p:spPr>
      </p:sp>
      <p:sp>
        <p:nvSpPr>
          <p:cNvPr id="12" name="anim-g2-15"/>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6"/>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17"/>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1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9"/>
          <p:cNvSpPr/>
          <p:nvPr/>
        </p:nvSpPr>
        <p:spPr>
          <a:xfrm>
            <a:off x="3314090" y="2267712"/>
            <a:ext cx="566928" cy="566928"/>
          </a:xfrm>
          <a:prstGeom prst="roundRect">
            <a:avLst>
              <a:gd name="adj" fmla="val 32258"/>
            </a:avLst>
          </a:prstGeom>
          <a:solidFill>
            <a:srgbClr val="F7E6BC"/>
          </a:solidFill>
          <a:ln/>
        </p:spPr>
      </p:sp>
      <p:sp>
        <p:nvSpPr>
          <p:cNvPr id="17" name="anim-g3-20"/>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1"/>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22"/>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لمسة تراث  ·  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لمسة تراث  ·  ٥</a:t>
            </a:r>
            <a:endParaRPr lang="ar-SA"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pptx-cache\s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pptx-cache\s8-0.jpg"/>
          <p:cNvPicPr>
            <a:picLocks noChangeAspect="1"/>
          </p:cNvPicPr>
          <p:nvPr/>
        </p:nvPicPr>
        <p:blipFill>
          <a:blip r:embed="rId3"/>
          <a:stretch>
            <a:fillRect/>
          </a:stretch>
        </p:blipFill>
        <p:spPr>
          <a:xfrm>
            <a:off x="0" y="0"/>
            <a:ext cx="12191695" cy="6858000"/>
          </a:xfrm>
          <a:prstGeom prst="rect">
            <a:avLst/>
          </a:prstGeom>
        </p:spPr>
      </p:pic>
      <p:pic>
        <p:nvPicPr>
          <p:cNvPr id="3" name="anim-g1-23" descr="C:\Users\user\projects\younes-training\masmak-judges\.pptx-cache\s8-1.jpg"/>
          <p:cNvPicPr>
            <a:picLocks noChangeAspect="1"/>
          </p:cNvPicPr>
          <p:nvPr/>
        </p:nvPicPr>
        <p:blipFill>
          <a:blip r:embed="rId4"/>
          <a:stretch>
            <a:fillRect/>
          </a:stretch>
        </p:blipFill>
        <p:spPr>
          <a:xfrm>
            <a:off x="0" y="0"/>
            <a:ext cx="12191695" cy="6858000"/>
          </a:xfrm>
          <a:prstGeom prst="rect">
            <a:avLst/>
          </a:prstGeom>
        </p:spPr>
      </p:pic>
      <p:pic>
        <p:nvPicPr>
          <p:cNvPr id="4" name="anim-g2-24" descr="C:\Users\user\projects\younes-training\masmak-judges\.pptx-cache\s8-2.jpg"/>
          <p:cNvPicPr>
            <a:picLocks noChangeAspect="1"/>
          </p:cNvPicPr>
          <p:nvPr/>
        </p:nvPicPr>
        <p:blipFill>
          <a:blip r:embed="rId5"/>
          <a:stretch>
            <a:fillRect/>
          </a:stretch>
        </p:blipFill>
        <p:spPr>
          <a:xfrm>
            <a:off x="0" y="0"/>
            <a:ext cx="12191695" cy="6858000"/>
          </a:xfrm>
          <a:prstGeom prst="rect">
            <a:avLst/>
          </a:prstGeom>
        </p:spPr>
      </p:pic>
      <p:pic>
        <p:nvPicPr>
          <p:cNvPr id="5" name="anim-g3-25" descr="C:\Users\user\projects\younes-training\masmak-judges\.pptx-cache\s8-3.jpg"/>
          <p:cNvPicPr>
            <a:picLocks noChangeAspect="1"/>
          </p:cNvPicPr>
          <p:nvPr/>
        </p:nvPicPr>
        <p:blipFill>
          <a:blip r:embed="rId6"/>
          <a:stretch>
            <a:fillRect/>
          </a:stretch>
        </p:blipFill>
        <p:spPr>
          <a:xfrm>
            <a:off x="0" y="0"/>
            <a:ext cx="12191695" cy="6858000"/>
          </a:xfrm>
          <a:prstGeom prst="rect">
            <a:avLst/>
          </a:prstGeom>
        </p:spPr>
      </p:pic>
      <p:pic>
        <p:nvPicPr>
          <p:cNvPr id="6" name="anim-g4-26" descr="C:\Users\user\projects\younes-training\masmak-judges\.pptx-cache\s8-4.jpg"/>
          <p:cNvPicPr>
            <a:picLocks noChangeAspect="1"/>
          </p:cNvPicPr>
          <p:nvPr/>
        </p:nvPicPr>
        <p:blipFill>
          <a:blip r:embed="rId7"/>
          <a:stretch>
            <a:fillRect/>
          </a:stretch>
        </p:blipFill>
        <p:spPr>
          <a:xfrm>
            <a:off x="0" y="0"/>
            <a:ext cx="12191695" cy="6858000"/>
          </a:xfrm>
          <a:prstGeom prst="rect">
            <a:avLst/>
          </a:prstGeom>
        </p:spPr>
      </p:pic>
      <p:pic>
        <p:nvPicPr>
          <p:cNvPr id="7" name="anim-g5-27" descr="C:\Users\user\projects\younes-training\masmak-judges\.pptx-cache\s8-5.jpg"/>
          <p:cNvPicPr>
            <a:picLocks noChangeAspect="1"/>
          </p:cNvPicPr>
          <p:nvPr/>
        </p:nvPicPr>
        <p:blipFill>
          <a:blip r:embed="rId8"/>
          <a:stretch>
            <a:fillRect/>
          </a:stretch>
        </p:blipFill>
        <p:spPr>
          <a:xfrm>
            <a:off x="0" y="0"/>
            <a:ext cx="12191695" cy="6858000"/>
          </a:xfrm>
          <a:prstGeom prst="rect">
            <a:avLst/>
          </a:prstGeom>
        </p:spPr>
      </p:pic>
      <p:pic>
        <p:nvPicPr>
          <p:cNvPr id="8" name="anim-g6-28" descr="C:\Users\user\projects\younes-training\masmak-judges\.pptx-cache\s8-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pptx-cache\s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pptx-cache\s10-0.jpg"/>
          <p:cNvPicPr>
            <a:picLocks noChangeAspect="1"/>
          </p:cNvPicPr>
          <p:nvPr/>
        </p:nvPicPr>
        <p:blipFill>
          <a:blip r:embed="rId3"/>
          <a:stretch>
            <a:fillRect/>
          </a:stretch>
        </p:blipFill>
        <p:spPr>
          <a:xfrm>
            <a:off x="0" y="0"/>
            <a:ext cx="12191695" cy="6858000"/>
          </a:xfrm>
          <a:prstGeom prst="rect">
            <a:avLst/>
          </a:prstGeom>
        </p:spPr>
      </p:pic>
      <p:pic>
        <p:nvPicPr>
          <p:cNvPr id="3" name="anim-g1-29" descr="C:\Users\user\projects\younes-training\masmak-judges\.pptx-cache\s10-1.jpg"/>
          <p:cNvPicPr>
            <a:picLocks noChangeAspect="1"/>
          </p:cNvPicPr>
          <p:nvPr/>
        </p:nvPicPr>
        <p:blipFill>
          <a:blip r:embed="rId4"/>
          <a:stretch>
            <a:fillRect/>
          </a:stretch>
        </p:blipFill>
        <p:spPr>
          <a:xfrm>
            <a:off x="0" y="0"/>
            <a:ext cx="12191695" cy="6858000"/>
          </a:xfrm>
          <a:prstGeom prst="rect">
            <a:avLst/>
          </a:prstGeom>
        </p:spPr>
      </p:pic>
      <p:pic>
        <p:nvPicPr>
          <p:cNvPr id="4" name="anim-g2-30" descr="C:\Users\user\projects\younes-training\masmak-judges\.pptx-cache\s10-2.jpg"/>
          <p:cNvPicPr>
            <a:picLocks noChangeAspect="1"/>
          </p:cNvPicPr>
          <p:nvPr/>
        </p:nvPicPr>
        <p:blipFill>
          <a:blip r:embed="rId5"/>
          <a:stretch>
            <a:fillRect/>
          </a:stretch>
        </p:blipFill>
        <p:spPr>
          <a:xfrm>
            <a:off x="0" y="0"/>
            <a:ext cx="12191695" cy="6858000"/>
          </a:xfrm>
          <a:prstGeom prst="rect">
            <a:avLst/>
          </a:prstGeom>
        </p:spPr>
      </p:pic>
      <p:pic>
        <p:nvPicPr>
          <p:cNvPr id="5" name="anim-g3-31" descr="C:\Users\user\projects\younes-training\masmak-judges\.pptx-cache\s10-3.jpg"/>
          <p:cNvPicPr>
            <a:picLocks noChangeAspect="1"/>
          </p:cNvPicPr>
          <p:nvPr/>
        </p:nvPicPr>
        <p:blipFill>
          <a:blip r:embed="rId6"/>
          <a:stretch>
            <a:fillRect/>
          </a:stretch>
        </p:blipFill>
        <p:spPr>
          <a:xfrm>
            <a:off x="0" y="0"/>
            <a:ext cx="12191695" cy="6858000"/>
          </a:xfrm>
          <a:prstGeom prst="rect">
            <a:avLst/>
          </a:prstGeom>
        </p:spPr>
      </p:pic>
      <p:pic>
        <p:nvPicPr>
          <p:cNvPr id="6" name="anim-g4-32" descr="C:\Users\user\projects\younes-training\masmak-judges\.pptx-cache\s10-4.jpg"/>
          <p:cNvPicPr>
            <a:picLocks noChangeAspect="1"/>
          </p:cNvPicPr>
          <p:nvPr/>
        </p:nvPicPr>
        <p:blipFill>
          <a:blip r:embed="rId7"/>
          <a:stretch>
            <a:fillRect/>
          </a:stretch>
        </p:blipFill>
        <p:spPr>
          <a:xfrm>
            <a:off x="0" y="0"/>
            <a:ext cx="12191695" cy="6858000"/>
          </a:xfrm>
          <a:prstGeom prst="rect">
            <a:avLst/>
          </a:prstGeom>
        </p:spPr>
      </p:pic>
      <p:pic>
        <p:nvPicPr>
          <p:cNvPr id="7" name="anim-g5-33" descr="C:\Users\user\projects\younes-training\masmak-judges\.pptx-cache\s10-5.jpg"/>
          <p:cNvPicPr>
            <a:picLocks noChangeAspect="1"/>
          </p:cNvPicPr>
          <p:nvPr/>
        </p:nvPicPr>
        <p:blipFill>
          <a:blip r:embed="rId8"/>
          <a:stretch>
            <a:fillRect/>
          </a:stretch>
        </p:blipFill>
        <p:spPr>
          <a:xfrm>
            <a:off x="0" y="0"/>
            <a:ext cx="12191695" cy="6858000"/>
          </a:xfrm>
          <a:prstGeom prst="rect">
            <a:avLst/>
          </a:prstGeom>
        </p:spPr>
      </p:pic>
      <p:pic>
        <p:nvPicPr>
          <p:cNvPr id="8" name="anim-g6-34" descr="C:\Users\user\projects\younes-training\masmak-judges\.pptx-cache\s10-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pptx-cache\s1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pptx-cache\s12-0.jpg"/>
          <p:cNvPicPr>
            <a:picLocks noChangeAspect="1"/>
          </p:cNvPicPr>
          <p:nvPr/>
        </p:nvPicPr>
        <p:blipFill>
          <a:blip r:embed="rId3"/>
          <a:stretch>
            <a:fillRect/>
          </a:stretch>
        </p:blipFill>
        <p:spPr>
          <a:xfrm>
            <a:off x="0" y="0"/>
            <a:ext cx="12191695" cy="6858000"/>
          </a:xfrm>
          <a:prstGeom prst="rect">
            <a:avLst/>
          </a:prstGeom>
        </p:spPr>
      </p:pic>
      <p:pic>
        <p:nvPicPr>
          <p:cNvPr id="3" name="anim-g1-35" descr="C:\Users\user\projects\younes-training\masmak-judges\.pptx-cache\s12-1.jpg"/>
          <p:cNvPicPr>
            <a:picLocks noChangeAspect="1"/>
          </p:cNvPicPr>
          <p:nvPr/>
        </p:nvPicPr>
        <p:blipFill>
          <a:blip r:embed="rId4"/>
          <a:stretch>
            <a:fillRect/>
          </a:stretch>
        </p:blipFill>
        <p:spPr>
          <a:xfrm>
            <a:off x="0" y="0"/>
            <a:ext cx="12191695" cy="6858000"/>
          </a:xfrm>
          <a:prstGeom prst="rect">
            <a:avLst/>
          </a:prstGeom>
        </p:spPr>
      </p:pic>
      <p:pic>
        <p:nvPicPr>
          <p:cNvPr id="4" name="anim-g2-36" descr="C:\Users\user\projects\younes-training\masmak-judges\.pptx-cache\s12-2.jpg"/>
          <p:cNvPicPr>
            <a:picLocks noChangeAspect="1"/>
          </p:cNvPicPr>
          <p:nvPr/>
        </p:nvPicPr>
        <p:blipFill>
          <a:blip r:embed="rId5"/>
          <a:stretch>
            <a:fillRect/>
          </a:stretch>
        </p:blipFill>
        <p:spPr>
          <a:xfrm>
            <a:off x="0" y="0"/>
            <a:ext cx="12191695" cy="6858000"/>
          </a:xfrm>
          <a:prstGeom prst="rect">
            <a:avLst/>
          </a:prstGeom>
        </p:spPr>
      </p:pic>
      <p:pic>
        <p:nvPicPr>
          <p:cNvPr id="5" name="anim-g3-37" descr="C:\Users\user\projects\younes-training\masmak-judges\.pptx-cache\s12-3.jpg"/>
          <p:cNvPicPr>
            <a:picLocks noChangeAspect="1"/>
          </p:cNvPicPr>
          <p:nvPr/>
        </p:nvPicPr>
        <p:blipFill>
          <a:blip r:embed="rId6"/>
          <a:stretch>
            <a:fillRect/>
          </a:stretch>
        </p:blipFill>
        <p:spPr>
          <a:xfrm>
            <a:off x="0" y="0"/>
            <a:ext cx="12191695" cy="6858000"/>
          </a:xfrm>
          <a:prstGeom prst="rect">
            <a:avLst/>
          </a:prstGeom>
        </p:spPr>
      </p:pic>
      <p:pic>
        <p:nvPicPr>
          <p:cNvPr id="6" name="anim-g4-38" descr="C:\Users\user\projects\younes-training\masmak-judges\.pptx-cache\s12-4.jpg"/>
          <p:cNvPicPr>
            <a:picLocks noChangeAspect="1"/>
          </p:cNvPicPr>
          <p:nvPr/>
        </p:nvPicPr>
        <p:blipFill>
          <a:blip r:embed="rId7"/>
          <a:stretch>
            <a:fillRect/>
          </a:stretch>
        </p:blipFill>
        <p:spPr>
          <a:xfrm>
            <a:off x="0" y="0"/>
            <a:ext cx="12191695" cy="6858000"/>
          </a:xfrm>
          <a:prstGeom prst="rect">
            <a:avLst/>
          </a:prstGeom>
        </p:spPr>
      </p:pic>
      <p:pic>
        <p:nvPicPr>
          <p:cNvPr id="7" name="anim-g5-39" descr="C:\Users\user\projects\younes-training\masmak-judges\.pptx-cache\s12-5.jpg"/>
          <p:cNvPicPr>
            <a:picLocks noChangeAspect="1"/>
          </p:cNvPicPr>
          <p:nvPr/>
        </p:nvPicPr>
        <p:blipFill>
          <a:blip r:embed="rId8"/>
          <a:stretch>
            <a:fillRect/>
          </a:stretch>
        </p:blipFill>
        <p:spPr>
          <a:xfrm>
            <a:off x="0" y="0"/>
            <a:ext cx="12191695" cy="6858000"/>
          </a:xfrm>
          <a:prstGeom prst="rect">
            <a:avLst/>
          </a:prstGeom>
        </p:spPr>
      </p:pic>
      <p:pic>
        <p:nvPicPr>
          <p:cNvPr id="8" name="anim-g6-40" descr="C:\Users\user\projects\younes-training\masmak-judges\.pptx-cache\s12-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pptx-cache\s1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pptx-cache\s14-0.jpg"/>
          <p:cNvPicPr>
            <a:picLocks noChangeAspect="1"/>
          </p:cNvPicPr>
          <p:nvPr/>
        </p:nvPicPr>
        <p:blipFill>
          <a:blip r:embed="rId3"/>
          <a:stretch>
            <a:fillRect/>
          </a:stretch>
        </p:blipFill>
        <p:spPr>
          <a:xfrm>
            <a:off x="0" y="0"/>
            <a:ext cx="12191695" cy="6858000"/>
          </a:xfrm>
          <a:prstGeom prst="rect">
            <a:avLst/>
          </a:prstGeom>
        </p:spPr>
      </p:pic>
      <p:pic>
        <p:nvPicPr>
          <p:cNvPr id="3" name="anim-g1-41" descr="C:\Users\user\projects\younes-training\masmak-judges\.pptx-cache\s14-1.jpg"/>
          <p:cNvPicPr>
            <a:picLocks noChangeAspect="1"/>
          </p:cNvPicPr>
          <p:nvPr/>
        </p:nvPicPr>
        <p:blipFill>
          <a:blip r:embed="rId4"/>
          <a:stretch>
            <a:fillRect/>
          </a:stretch>
        </p:blipFill>
        <p:spPr>
          <a:xfrm>
            <a:off x="0" y="0"/>
            <a:ext cx="12191695" cy="6858000"/>
          </a:xfrm>
          <a:prstGeom prst="rect">
            <a:avLst/>
          </a:prstGeom>
        </p:spPr>
      </p:pic>
      <p:pic>
        <p:nvPicPr>
          <p:cNvPr id="4" name="anim-g2-42" descr="C:\Users\user\projects\younes-training\masmak-judges\.pptx-cache\s14-2.jpg"/>
          <p:cNvPicPr>
            <a:picLocks noChangeAspect="1"/>
          </p:cNvPicPr>
          <p:nvPr/>
        </p:nvPicPr>
        <p:blipFill>
          <a:blip r:embed="rId5"/>
          <a:stretch>
            <a:fillRect/>
          </a:stretch>
        </p:blipFill>
        <p:spPr>
          <a:xfrm>
            <a:off x="0" y="0"/>
            <a:ext cx="12191695" cy="6858000"/>
          </a:xfrm>
          <a:prstGeom prst="rect">
            <a:avLst/>
          </a:prstGeom>
        </p:spPr>
      </p:pic>
      <p:pic>
        <p:nvPicPr>
          <p:cNvPr id="5" name="anim-g3-43" descr="C:\Users\user\projects\younes-training\masmak-judges\.pptx-cache\s14-3.jpg"/>
          <p:cNvPicPr>
            <a:picLocks noChangeAspect="1"/>
          </p:cNvPicPr>
          <p:nvPr/>
        </p:nvPicPr>
        <p:blipFill>
          <a:blip r:embed="rId6"/>
          <a:stretch>
            <a:fillRect/>
          </a:stretch>
        </p:blipFill>
        <p:spPr>
          <a:xfrm>
            <a:off x="0" y="0"/>
            <a:ext cx="12191695" cy="6858000"/>
          </a:xfrm>
          <a:prstGeom prst="rect">
            <a:avLst/>
          </a:prstGeom>
        </p:spPr>
      </p:pic>
      <p:pic>
        <p:nvPicPr>
          <p:cNvPr id="6" name="anim-g4-44" descr="C:\Users\user\projects\younes-training\masmak-judges\.pptx-cache\s14-4.jpg"/>
          <p:cNvPicPr>
            <a:picLocks noChangeAspect="1"/>
          </p:cNvPicPr>
          <p:nvPr/>
        </p:nvPicPr>
        <p:blipFill>
          <a:blip r:embed="rId7"/>
          <a:stretch>
            <a:fillRect/>
          </a:stretch>
        </p:blipFill>
        <p:spPr>
          <a:xfrm>
            <a:off x="0" y="0"/>
            <a:ext cx="12191695" cy="6858000"/>
          </a:xfrm>
          <a:prstGeom prst="rect">
            <a:avLst/>
          </a:prstGeom>
        </p:spPr>
      </p:pic>
      <p:pic>
        <p:nvPicPr>
          <p:cNvPr id="7" name="anim-g5-45" descr="C:\Users\user\projects\younes-training\masmak-judges\.pptx-cache\s1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pptx-cache\s1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pptx-cache\s16-0.jpg"/>
          <p:cNvPicPr>
            <a:picLocks noChangeAspect="1"/>
          </p:cNvPicPr>
          <p:nvPr/>
        </p:nvPicPr>
        <p:blipFill>
          <a:blip r:embed="rId3"/>
          <a:stretch>
            <a:fillRect/>
          </a:stretch>
        </p:blipFill>
        <p:spPr>
          <a:xfrm>
            <a:off x="0" y="0"/>
            <a:ext cx="12191695" cy="6858000"/>
          </a:xfrm>
          <a:prstGeom prst="rect">
            <a:avLst/>
          </a:prstGeom>
        </p:spPr>
      </p:pic>
      <p:pic>
        <p:nvPicPr>
          <p:cNvPr id="3" name="anim-g1-46" descr="C:\Users\user\projects\younes-training\masmak-judges\.pptx-cache\s16-1.jpg"/>
          <p:cNvPicPr>
            <a:picLocks noChangeAspect="1"/>
          </p:cNvPicPr>
          <p:nvPr/>
        </p:nvPicPr>
        <p:blipFill>
          <a:blip r:embed="rId4"/>
          <a:stretch>
            <a:fillRect/>
          </a:stretch>
        </p:blipFill>
        <p:spPr>
          <a:xfrm>
            <a:off x="0" y="0"/>
            <a:ext cx="12191695" cy="6858000"/>
          </a:xfrm>
          <a:prstGeom prst="rect">
            <a:avLst/>
          </a:prstGeom>
        </p:spPr>
      </p:pic>
      <p:pic>
        <p:nvPicPr>
          <p:cNvPr id="4" name="anim-g2-47" descr="C:\Users\user\projects\younes-training\masmak-judges\.pptx-cache\s16-2.jpg"/>
          <p:cNvPicPr>
            <a:picLocks noChangeAspect="1"/>
          </p:cNvPicPr>
          <p:nvPr/>
        </p:nvPicPr>
        <p:blipFill>
          <a:blip r:embed="rId5"/>
          <a:stretch>
            <a:fillRect/>
          </a:stretch>
        </p:blipFill>
        <p:spPr>
          <a:xfrm>
            <a:off x="0" y="0"/>
            <a:ext cx="12191695" cy="6858000"/>
          </a:xfrm>
          <a:prstGeom prst="rect">
            <a:avLst/>
          </a:prstGeom>
        </p:spPr>
      </p:pic>
      <p:pic>
        <p:nvPicPr>
          <p:cNvPr id="5" name="anim-g3-48" descr="C:\Users\user\projects\younes-training\masmak-judges\.pptx-cache\s16-3.jpg"/>
          <p:cNvPicPr>
            <a:picLocks noChangeAspect="1"/>
          </p:cNvPicPr>
          <p:nvPr/>
        </p:nvPicPr>
        <p:blipFill>
          <a:blip r:embed="rId6"/>
          <a:stretch>
            <a:fillRect/>
          </a:stretch>
        </p:blipFill>
        <p:spPr>
          <a:xfrm>
            <a:off x="0" y="0"/>
            <a:ext cx="12191695" cy="6858000"/>
          </a:xfrm>
          <a:prstGeom prst="rect">
            <a:avLst/>
          </a:prstGeom>
        </p:spPr>
      </p:pic>
      <p:pic>
        <p:nvPicPr>
          <p:cNvPr id="6" name="anim-g4-49" descr="C:\Users\user\projects\younes-training\masmak-judges\.pptx-cache\s16-4.jpg"/>
          <p:cNvPicPr>
            <a:picLocks noChangeAspect="1"/>
          </p:cNvPicPr>
          <p:nvPr/>
        </p:nvPicPr>
        <p:blipFill>
          <a:blip r:embed="rId7"/>
          <a:stretch>
            <a:fillRect/>
          </a:stretch>
        </p:blipFill>
        <p:spPr>
          <a:xfrm>
            <a:off x="0" y="0"/>
            <a:ext cx="12191695" cy="6858000"/>
          </a:xfrm>
          <a:prstGeom prst="rect">
            <a:avLst/>
          </a:prstGeom>
        </p:spPr>
      </p:pic>
      <p:pic>
        <p:nvPicPr>
          <p:cNvPr id="7" name="anim-g5-50" descr="C:\Users\user\projects\younes-training\masmak-judges\.pptx-cache\s16-5.jpg"/>
          <p:cNvPicPr>
            <a:picLocks noChangeAspect="1"/>
          </p:cNvPicPr>
          <p:nvPr/>
        </p:nvPicPr>
        <p:blipFill>
          <a:blip r:embed="rId8"/>
          <a:stretch>
            <a:fillRect/>
          </a:stretch>
        </p:blipFill>
        <p:spPr>
          <a:xfrm>
            <a:off x="0" y="0"/>
            <a:ext cx="12191695" cy="6858000"/>
          </a:xfrm>
          <a:prstGeom prst="rect">
            <a:avLst/>
          </a:prstGeom>
        </p:spPr>
      </p:pic>
      <p:pic>
        <p:nvPicPr>
          <p:cNvPr id="8" name="anim-g6-51" descr="C:\Users\user\projects\younes-training\masmak-judges\.pptx-cache\s16-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user\projects\younes-training\masmak-judges\.pptx-cache\s1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52"/>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3"/>
          <p:cNvSpPr/>
          <p:nvPr/>
        </p:nvSpPr>
        <p:spPr>
          <a:xfrm>
            <a:off x="10527487" y="2267712"/>
            <a:ext cx="566928" cy="566928"/>
          </a:xfrm>
          <a:prstGeom prst="roundRect">
            <a:avLst>
              <a:gd name="adj" fmla="val 32258"/>
            </a:avLst>
          </a:prstGeom>
          <a:solidFill>
            <a:srgbClr val="F7E6BC"/>
          </a:solidFill>
          <a:ln/>
        </p:spPr>
      </p:sp>
      <p:sp>
        <p:nvSpPr>
          <p:cNvPr id="7" name="anim-g1-54"/>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5"/>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56"/>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7"/>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8"/>
          <p:cNvSpPr/>
          <p:nvPr/>
        </p:nvSpPr>
        <p:spPr>
          <a:xfrm>
            <a:off x="5117440" y="2267712"/>
            <a:ext cx="566928" cy="566928"/>
          </a:xfrm>
          <a:prstGeom prst="roundRect">
            <a:avLst>
              <a:gd name="adj" fmla="val 32258"/>
            </a:avLst>
          </a:prstGeom>
          <a:solidFill>
            <a:srgbClr val="F7E6BC"/>
          </a:solidFill>
          <a:ln/>
        </p:spPr>
      </p:sp>
      <p:sp>
        <p:nvSpPr>
          <p:cNvPr id="12" name="anim-g2-59"/>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0"/>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61"/>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62"/>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3"/>
          <p:cNvSpPr/>
          <p:nvPr/>
        </p:nvSpPr>
        <p:spPr>
          <a:xfrm>
            <a:off x="10527487" y="4393692"/>
            <a:ext cx="566928" cy="566928"/>
          </a:xfrm>
          <a:prstGeom prst="roundRect">
            <a:avLst>
              <a:gd name="adj" fmla="val 32258"/>
            </a:avLst>
          </a:prstGeom>
          <a:solidFill>
            <a:srgbClr val="F7E6BC"/>
          </a:solidFill>
          <a:ln/>
        </p:spPr>
      </p:sp>
      <p:sp>
        <p:nvSpPr>
          <p:cNvPr id="17" name="anim-g3-64"/>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5"/>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66"/>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67"/>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68"/>
          <p:cNvSpPr/>
          <p:nvPr/>
        </p:nvSpPr>
        <p:spPr>
          <a:xfrm>
            <a:off x="5117440" y="4393692"/>
            <a:ext cx="566928" cy="566928"/>
          </a:xfrm>
          <a:prstGeom prst="roundRect">
            <a:avLst>
              <a:gd name="adj" fmla="val 32258"/>
            </a:avLst>
          </a:prstGeom>
          <a:solidFill>
            <a:srgbClr val="F7E6BC"/>
          </a:solidFill>
          <a:ln/>
        </p:spPr>
      </p:sp>
      <p:sp>
        <p:nvSpPr>
          <p:cNvPr id="22" name="anim-g4-69"/>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70"/>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71"/>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والجولة  ·  ١٨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pptx-cache\s2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pptx-cache\s21-0.jpg"/>
          <p:cNvPicPr>
            <a:picLocks noChangeAspect="1"/>
          </p:cNvPicPr>
          <p:nvPr/>
        </p:nvPicPr>
        <p:blipFill>
          <a:blip r:embed="rId3"/>
          <a:stretch>
            <a:fillRect/>
          </a:stretch>
        </p:blipFill>
        <p:spPr>
          <a:xfrm>
            <a:off x="0" y="0"/>
            <a:ext cx="12191695" cy="6858000"/>
          </a:xfrm>
          <a:prstGeom prst="rect">
            <a:avLst/>
          </a:prstGeom>
        </p:spPr>
      </p:pic>
      <p:pic>
        <p:nvPicPr>
          <p:cNvPr id="3" name="anim-g1-72" descr="C:\Users\user\projects\younes-training\masmak-judges\.pptx-cache\s21-1.jpg"/>
          <p:cNvPicPr>
            <a:picLocks noChangeAspect="1"/>
          </p:cNvPicPr>
          <p:nvPr/>
        </p:nvPicPr>
        <p:blipFill>
          <a:blip r:embed="rId4"/>
          <a:stretch>
            <a:fillRect/>
          </a:stretch>
        </p:blipFill>
        <p:spPr>
          <a:xfrm>
            <a:off x="0" y="0"/>
            <a:ext cx="12191695" cy="6858000"/>
          </a:xfrm>
          <a:prstGeom prst="rect">
            <a:avLst/>
          </a:prstGeom>
        </p:spPr>
      </p:pic>
      <p:pic>
        <p:nvPicPr>
          <p:cNvPr id="4" name="anim-g2-73" descr="C:\Users\user\projects\younes-training\masmak-judges\.pptx-cache\s21-2.jpg"/>
          <p:cNvPicPr>
            <a:picLocks noChangeAspect="1"/>
          </p:cNvPicPr>
          <p:nvPr/>
        </p:nvPicPr>
        <p:blipFill>
          <a:blip r:embed="rId5"/>
          <a:stretch>
            <a:fillRect/>
          </a:stretch>
        </p:blipFill>
        <p:spPr>
          <a:xfrm>
            <a:off x="0" y="0"/>
            <a:ext cx="12191695" cy="6858000"/>
          </a:xfrm>
          <a:prstGeom prst="rect">
            <a:avLst/>
          </a:prstGeom>
        </p:spPr>
      </p:pic>
      <p:pic>
        <p:nvPicPr>
          <p:cNvPr id="5" name="anim-g3-74" descr="C:\Users\user\projects\younes-training\masmak-judges\.pptx-cache\s21-3.jpg"/>
          <p:cNvPicPr>
            <a:picLocks noChangeAspect="1"/>
          </p:cNvPicPr>
          <p:nvPr/>
        </p:nvPicPr>
        <p:blipFill>
          <a:blip r:embed="rId6"/>
          <a:stretch>
            <a:fillRect/>
          </a:stretch>
        </p:blipFill>
        <p:spPr>
          <a:xfrm>
            <a:off x="0" y="0"/>
            <a:ext cx="12191695" cy="6858000"/>
          </a:xfrm>
          <a:prstGeom prst="rect">
            <a:avLst/>
          </a:prstGeom>
        </p:spPr>
      </p:pic>
      <p:pic>
        <p:nvPicPr>
          <p:cNvPr id="6" name="anim-g4-75" descr="C:\Users\user\projects\younes-training\masmak-judges\.pptx-cache\s21-4.jpg"/>
          <p:cNvPicPr>
            <a:picLocks noChangeAspect="1"/>
          </p:cNvPicPr>
          <p:nvPr/>
        </p:nvPicPr>
        <p:blipFill>
          <a:blip r:embed="rId7"/>
          <a:stretch>
            <a:fillRect/>
          </a:stretch>
        </p:blipFill>
        <p:spPr>
          <a:xfrm>
            <a:off x="0" y="0"/>
            <a:ext cx="12191695" cy="6858000"/>
          </a:xfrm>
          <a:prstGeom prst="rect">
            <a:avLst/>
          </a:prstGeom>
        </p:spPr>
      </p:pic>
      <p:pic>
        <p:nvPicPr>
          <p:cNvPr id="7" name="anim-g5-76" descr="C:\Users\user\projects\younes-training\masmak-judges\.pptx-cache\s21-5.jpg"/>
          <p:cNvPicPr>
            <a:picLocks noChangeAspect="1"/>
          </p:cNvPicPr>
          <p:nvPr/>
        </p:nvPicPr>
        <p:blipFill>
          <a:blip r:embed="rId8"/>
          <a:stretch>
            <a:fillRect/>
          </a:stretch>
        </p:blipFill>
        <p:spPr>
          <a:xfrm>
            <a:off x="0" y="0"/>
            <a:ext cx="12191695" cy="6858000"/>
          </a:xfrm>
          <a:prstGeom prst="rect">
            <a:avLst/>
          </a:prstGeom>
        </p:spPr>
      </p:pic>
      <p:pic>
        <p:nvPicPr>
          <p:cNvPr id="8" name="anim-g6-77" descr="C:\Users\user\projects\younes-training\masmak-judges\.pptx-cache\s21-6.jpg"/>
          <p:cNvPicPr>
            <a:picLocks noChangeAspect="1"/>
          </p:cNvPicPr>
          <p:nvPr/>
        </p:nvPicPr>
        <p:blipFill>
          <a:blip r:embed="rId9"/>
          <a:stretch>
            <a:fillRect/>
          </a:stretch>
        </p:blipFill>
        <p:spPr>
          <a:xfrm>
            <a:off x="0" y="0"/>
            <a:ext cx="12191695" cy="6858000"/>
          </a:xfrm>
          <a:prstGeom prst="rect">
            <a:avLst/>
          </a:prstGeom>
        </p:spPr>
      </p:pic>
      <p:pic>
        <p:nvPicPr>
          <p:cNvPr id="9" name="anim-g7-78" descr="C:\Users\user\projects\younes-training\masmak-judges\.pptx-cache\s2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pptx-cache\s2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79" descr="C:\Users\user\projects\younes-training\masmak-judges\.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80" descr="C:\Users\user\projects\younes-training\masmak-judges\.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81" descr="C:\Users\user\projects\younes-training\masmak-judges\.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82" descr="C:\Users\user\projects\younes-training\masmak-judges\.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83" descr="C:\Users\user\projects\younes-training\masmak-judges\.pptx-cache\s23-5.jpg"/>
          <p:cNvPicPr>
            <a:picLocks noChangeAspect="1"/>
          </p:cNvPicPr>
          <p:nvPr/>
        </p:nvPicPr>
        <p:blipFill>
          <a:blip r:embed="rId8"/>
          <a:stretch>
            <a:fillRect/>
          </a:stretch>
        </p:blipFill>
        <p:spPr>
          <a:xfrm>
            <a:off x="0" y="0"/>
            <a:ext cx="12191695" cy="6858000"/>
          </a:xfrm>
          <a:prstGeom prst="rect">
            <a:avLst/>
          </a:prstGeom>
        </p:spPr>
      </p:pic>
      <p:pic>
        <p:nvPicPr>
          <p:cNvPr id="8" name="anim-g6-84" descr="C:\Users\user\projects\younes-training\masmak-judges\.pptx-cache\s23-6.jpg"/>
          <p:cNvPicPr>
            <a:picLocks noChangeAspect="1"/>
          </p:cNvPicPr>
          <p:nvPr/>
        </p:nvPicPr>
        <p:blipFill>
          <a:blip r:embed="rId9"/>
          <a:stretch>
            <a:fillRect/>
          </a:stretch>
        </p:blipFill>
        <p:spPr>
          <a:xfrm>
            <a:off x="0" y="0"/>
            <a:ext cx="12191695" cy="6858000"/>
          </a:xfrm>
          <a:prstGeom prst="rect">
            <a:avLst/>
          </a:prstGeom>
        </p:spPr>
      </p:pic>
      <p:pic>
        <p:nvPicPr>
          <p:cNvPr id="9" name="anim-g7-85" descr="C:\Users\user\projects\younes-training\masmak-judges\.pptx-cache\s23-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86" descr="C:\Users\user\projects\younes-training\masmak-judges\.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87" descr="C:\Users\user\projects\younes-training\masmak-judges\.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88" descr="C:\Users\user\projects\younes-training\masmak-judges\.pptx-cache\s24-3.jpg"/>
          <p:cNvPicPr>
            <a:picLocks noChangeAspect="1"/>
          </p:cNvPicPr>
          <p:nvPr/>
        </p:nvPicPr>
        <p:blipFill>
          <a:blip r:embed="rId6"/>
          <a:stretch>
            <a:fillRect/>
          </a:stretch>
        </p:blipFill>
        <p:spPr>
          <a:xfrm>
            <a:off x="0" y="0"/>
            <a:ext cx="12191695" cy="6858000"/>
          </a:xfrm>
          <a:prstGeom prst="rect">
            <a:avLst/>
          </a:prstGeom>
        </p:spPr>
      </p:pic>
      <p:pic>
        <p:nvPicPr>
          <p:cNvPr id="6" name="anim-g4-89" descr="C:\Users\user\projects\younes-training\masmak-judges\.pptx-cache\s24-4.jpg"/>
          <p:cNvPicPr>
            <a:picLocks noChangeAspect="1"/>
          </p:cNvPicPr>
          <p:nvPr/>
        </p:nvPicPr>
        <p:blipFill>
          <a:blip r:embed="rId7"/>
          <a:stretch>
            <a:fillRect/>
          </a:stretch>
        </p:blipFill>
        <p:spPr>
          <a:xfrm>
            <a:off x="0" y="0"/>
            <a:ext cx="12191695" cy="6858000"/>
          </a:xfrm>
          <a:prstGeom prst="rect">
            <a:avLst/>
          </a:prstGeom>
        </p:spPr>
      </p:pic>
      <p:pic>
        <p:nvPicPr>
          <p:cNvPr id="7" name="anim-g5-90" descr="C:\Users\user\projects\younes-training\masmak-judges\.pptx-cache\s2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masmak-judges\.pptx-cache\s25-0.jpg"/>
          <p:cNvPicPr>
            <a:picLocks noChangeAspect="1"/>
          </p:cNvPicPr>
          <p:nvPr/>
        </p:nvPicPr>
        <p:blipFill>
          <a:blip r:embed="rId3"/>
          <a:stretch>
            <a:fillRect/>
          </a:stretch>
        </p:blipFill>
        <p:spPr>
          <a:xfrm>
            <a:off x="0" y="0"/>
            <a:ext cx="12191695" cy="6858000"/>
          </a:xfrm>
          <a:prstGeom prst="rect">
            <a:avLst/>
          </a:prstGeom>
        </p:spPr>
      </p:pic>
      <p:pic>
        <p:nvPicPr>
          <p:cNvPr id="3" name="anim-g1-91" descr="C:\Users\user\projects\younes-training\masmak-judges\.pptx-cache\s25-1.jpg"/>
          <p:cNvPicPr>
            <a:picLocks noChangeAspect="1"/>
          </p:cNvPicPr>
          <p:nvPr/>
        </p:nvPicPr>
        <p:blipFill>
          <a:blip r:embed="rId4"/>
          <a:stretch>
            <a:fillRect/>
          </a:stretch>
        </p:blipFill>
        <p:spPr>
          <a:xfrm>
            <a:off x="0" y="0"/>
            <a:ext cx="12191695" cy="6858000"/>
          </a:xfrm>
          <a:prstGeom prst="rect">
            <a:avLst/>
          </a:prstGeom>
        </p:spPr>
      </p:pic>
      <p:pic>
        <p:nvPicPr>
          <p:cNvPr id="4" name="anim-g2-92" descr="C:\Users\user\projects\younes-training\masmak-judges\.pptx-cache\s25-2.jpg"/>
          <p:cNvPicPr>
            <a:picLocks noChangeAspect="1"/>
          </p:cNvPicPr>
          <p:nvPr/>
        </p:nvPicPr>
        <p:blipFill>
          <a:blip r:embed="rId5"/>
          <a:stretch>
            <a:fillRect/>
          </a:stretch>
        </p:blipFill>
        <p:spPr>
          <a:xfrm>
            <a:off x="0" y="0"/>
            <a:ext cx="12191695" cy="6858000"/>
          </a:xfrm>
          <a:prstGeom prst="rect">
            <a:avLst/>
          </a:prstGeom>
        </p:spPr>
      </p:pic>
      <p:pic>
        <p:nvPicPr>
          <p:cNvPr id="5" name="anim-g3-93" descr="C:\Users\user\projects\younes-training\masmak-judges\.pptx-cache\s25-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الأمان أولًا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قواعد تحمي المتحف… وتحمي الروبوت</a:t>
            </a:r>
            <a:endParaRPr lang="ar-SA" sz="3800" dirty="0"/>
          </a:p>
        </p:txBody>
      </p:sp>
      <p:sp>
        <p:nvSpPr>
          <p:cNvPr id="5" name="anim-g1-94"/>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5"/>
          <p:cNvSpPr/>
          <p:nvPr/>
        </p:nvSpPr>
        <p:spPr>
          <a:xfrm>
            <a:off x="10527487" y="2267712"/>
            <a:ext cx="566928" cy="566928"/>
          </a:xfrm>
          <a:prstGeom prst="roundRect">
            <a:avLst>
              <a:gd name="adj" fmla="val 32258"/>
            </a:avLst>
          </a:prstGeom>
          <a:solidFill>
            <a:srgbClr val="F7E6BC"/>
          </a:solidFill>
          <a:ln/>
        </p:spPr>
      </p:sp>
      <p:sp>
        <p:nvSpPr>
          <p:cNvPr id="7" name="anim-g1-96"/>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7"/>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يرش حتى يزول الخطر</a:t>
            </a:r>
            <a:endParaRPr lang="ar-SA" sz="2200" dirty="0"/>
          </a:p>
        </p:txBody>
      </p:sp>
      <p:sp>
        <p:nvSpPr>
          <p:cNvPr id="9" name="anim-g1-98"/>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المضخة والمروحة تعملان حتى تقول المحطة: انتهى الخطر</a:t>
            </a:r>
            <a:endParaRPr lang="ar-SA" sz="1900" dirty="0"/>
          </a:p>
        </p:txBody>
      </p:sp>
      <p:sp>
        <p:nvSpPr>
          <p:cNvPr id="10" name="anim-g2-99"/>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00"/>
          <p:cNvSpPr/>
          <p:nvPr/>
        </p:nvSpPr>
        <p:spPr>
          <a:xfrm>
            <a:off x="5117440" y="2267712"/>
            <a:ext cx="566928" cy="566928"/>
          </a:xfrm>
          <a:prstGeom prst="roundRect">
            <a:avLst>
              <a:gd name="adj" fmla="val 32258"/>
            </a:avLst>
          </a:prstGeom>
          <a:solidFill>
            <a:srgbClr val="F7E6BC"/>
          </a:solidFill>
          <a:ln/>
        </p:spPr>
      </p:sp>
      <p:sp>
        <p:nvSpPr>
          <p:cNvPr id="12" name="anim-g2-101"/>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2"/>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٣٠ ثانية حدًّا أقصى</a:t>
            </a:r>
            <a:endParaRPr lang="ar-SA" sz="2200" dirty="0"/>
          </a:p>
        </p:txBody>
      </p:sp>
      <p:sp>
        <p:nvSpPr>
          <p:cNvPr id="14" name="anim-g2-103"/>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بعدها يتوقف ويعود، حتى لو لم يزل الخطر</a:t>
            </a:r>
            <a:endParaRPr lang="ar-SA" sz="1900" dirty="0"/>
          </a:p>
        </p:txBody>
      </p:sp>
      <p:sp>
        <p:nvSpPr>
          <p:cNvPr id="15" name="anim-g3-104"/>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05"/>
          <p:cNvSpPr/>
          <p:nvPr/>
        </p:nvSpPr>
        <p:spPr>
          <a:xfrm>
            <a:off x="10527487" y="4393692"/>
            <a:ext cx="566928" cy="566928"/>
          </a:xfrm>
          <a:prstGeom prst="roundRect">
            <a:avLst>
              <a:gd name="adj" fmla="val 32258"/>
            </a:avLst>
          </a:prstGeom>
          <a:solidFill>
            <a:srgbClr val="F7E6BC"/>
          </a:solidFill>
          <a:ln/>
        </p:spPr>
      </p:sp>
      <p:sp>
        <p:nvSpPr>
          <p:cNvPr id="17" name="anim-g3-106"/>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7"/>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انقطع الاتصال؟ توقف</a:t>
            </a:r>
            <a:endParaRPr lang="ar-SA" sz="2200" dirty="0"/>
          </a:p>
        </p:txBody>
      </p:sp>
      <p:sp>
        <p:nvSpPr>
          <p:cNvPr id="19" name="anim-g3-108"/>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رسائل من المحطة ثانيتين: تتوقف المضخة فورًا</a:t>
            </a:r>
            <a:endParaRPr lang="ar-SA" sz="1900" dirty="0"/>
          </a:p>
        </p:txBody>
      </p:sp>
      <p:sp>
        <p:nvSpPr>
          <p:cNvPr id="20" name="anim-g4-109"/>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10"/>
          <p:cNvSpPr/>
          <p:nvPr/>
        </p:nvSpPr>
        <p:spPr>
          <a:xfrm>
            <a:off x="5117440" y="4393692"/>
            <a:ext cx="566928" cy="566928"/>
          </a:xfrm>
          <a:prstGeom prst="roundRect">
            <a:avLst>
              <a:gd name="adj" fmla="val 32258"/>
            </a:avLst>
          </a:prstGeom>
          <a:solidFill>
            <a:srgbClr val="F7E6BC"/>
          </a:solidFill>
          <a:ln/>
        </p:spPr>
      </p:sp>
      <p:sp>
        <p:nvSpPr>
          <p:cNvPr id="22" name="anim-g4-111"/>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2"/>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 يرد الثاني؟ أعد الإرسال</a:t>
            </a:r>
            <a:endParaRPr lang="ar-SA" sz="2200" dirty="0"/>
          </a:p>
        </p:txBody>
      </p:sp>
      <p:sp>
        <p:nvSpPr>
          <p:cNvPr id="24" name="anim-g4-113"/>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القائد يكرر الأمر حتى يصله «استلمت» من الروبوت الثاني</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روبوتا السلامة  ·  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C:\Users\user\projects\younes-training\masmak-judges\.pptx-cache\s27.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27.gif"/>
          <p:cNvPicPr>
            <a:picLocks noChangeAspect="1"/>
          </p:cNvPicPr>
          <p:nvPr/>
        </p:nvPicPr>
        <p:blipFill>
          <a:blip r:embed="rId6"/>
          <a:stretch>
            <a:fillRect/>
          </a:stretch>
        </p:blipFill>
        <p:spPr>
          <a:xfrm>
            <a:off x="1333467" y="1440160"/>
            <a:ext cx="9524762" cy="4330700"/>
          </a:xfrm>
          <a:prstGeom prst="rect">
            <a:avLst/>
          </a:prstGeom>
        </p:spPr>
      </p:pic>
      <p:pic>
        <p:nvPicPr>
          <p:cNvPr id="5" name="audio-114">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333467" y="5834360"/>
            <a:ext cx="885902" cy="3429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أربعة روبوتات… أربع طرق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كل روبوت يعمل بطريقة غير الأخرى</a:t>
            </a:r>
            <a:endParaRPr lang="ar-SA" sz="3800" dirty="0"/>
          </a:p>
        </p:txBody>
      </p:sp>
      <p:sp>
        <p:nvSpPr>
          <p:cNvPr id="5" name="anim-g1-115"/>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16"/>
          <p:cNvSpPr/>
          <p:nvPr/>
        </p:nvSpPr>
        <p:spPr>
          <a:xfrm>
            <a:off x="10527487" y="2267712"/>
            <a:ext cx="566928" cy="566928"/>
          </a:xfrm>
          <a:prstGeom prst="roundRect">
            <a:avLst>
              <a:gd name="adj" fmla="val 32258"/>
            </a:avLst>
          </a:prstGeom>
          <a:solidFill>
            <a:srgbClr val="F7E6BC"/>
          </a:solidFill>
          <a:ln/>
        </p:spPr>
      </p:sp>
      <p:sp>
        <p:nvSpPr>
          <p:cNvPr id="7" name="anim-g1-117"/>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8"/>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القائد: يقرر وحده</a:t>
            </a:r>
            <a:endParaRPr lang="ar-SA" sz="2200" dirty="0"/>
          </a:p>
        </p:txBody>
      </p:sp>
      <p:sp>
        <p:nvSpPr>
          <p:cNvPr id="9" name="anim-g1-119"/>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يطفئ اللهب، ويوزّع المهام، ويطلب الدعم بتيليجرام حين لا يكفي</a:t>
            </a:r>
            <a:endParaRPr lang="ar-SA" sz="1900" dirty="0"/>
          </a:p>
        </p:txBody>
      </p:sp>
      <p:sp>
        <p:nvSpPr>
          <p:cNvPr id="10" name="anim-g2-120"/>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21"/>
          <p:cNvSpPr/>
          <p:nvPr/>
        </p:nvSpPr>
        <p:spPr>
          <a:xfrm>
            <a:off x="5117440" y="2267712"/>
            <a:ext cx="566928" cy="566928"/>
          </a:xfrm>
          <a:prstGeom prst="roundRect">
            <a:avLst>
              <a:gd name="adj" fmla="val 32258"/>
            </a:avLst>
          </a:prstGeom>
          <a:solidFill>
            <a:srgbClr val="F7E6BC"/>
          </a:solidFill>
          <a:ln/>
        </p:spPr>
      </p:sp>
      <p:sp>
        <p:nvSpPr>
          <p:cNvPr id="12" name="anim-g2-122"/>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23"/>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٢: ينفّذ الأمر</a:t>
            </a:r>
            <a:endParaRPr lang="ar-SA" sz="2200" dirty="0"/>
          </a:p>
        </p:txBody>
      </p:sp>
      <p:sp>
        <p:nvSpPr>
          <p:cNvPr id="14" name="anim-g2-124"/>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يتحرك إلا بإذن القائد، ويتعامل مع الغاز</a:t>
            </a:r>
            <a:endParaRPr lang="ar-SA" sz="1900" dirty="0"/>
          </a:p>
        </p:txBody>
      </p:sp>
      <p:sp>
        <p:nvSpPr>
          <p:cNvPr id="15" name="anim-g3-125"/>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26"/>
          <p:cNvSpPr/>
          <p:nvPr/>
        </p:nvSpPr>
        <p:spPr>
          <a:xfrm>
            <a:off x="10527487" y="4393692"/>
            <a:ext cx="566928" cy="566928"/>
          </a:xfrm>
          <a:prstGeom prst="roundRect">
            <a:avLst>
              <a:gd name="adj" fmla="val 32258"/>
            </a:avLst>
          </a:prstGeom>
          <a:solidFill>
            <a:srgbClr val="F7E6BC"/>
          </a:solidFill>
          <a:ln/>
        </p:spPr>
      </p:sp>
      <p:sp>
        <p:nvSpPr>
          <p:cNvPr id="17" name="anim-g3-127"/>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28"/>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٣: عين رجل الإطفاء</a:t>
            </a:r>
            <a:endParaRPr lang="ar-SA" sz="2200" dirty="0"/>
          </a:p>
        </p:txBody>
      </p:sp>
      <p:sp>
        <p:nvSpPr>
          <p:cNvPr id="19" name="anim-g3-129"/>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 ESP32-CAM يبث الحريق إلى اللابتوب</a:t>
            </a:r>
            <a:endParaRPr lang="ar-SA" sz="1900" dirty="0"/>
          </a:p>
        </p:txBody>
      </p:sp>
      <p:sp>
        <p:nvSpPr>
          <p:cNvPr id="20" name="anim-g4-130"/>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31"/>
          <p:cNvSpPr/>
          <p:nvPr/>
        </p:nvSpPr>
        <p:spPr>
          <a:xfrm>
            <a:off x="5117440" y="4393692"/>
            <a:ext cx="566928" cy="566928"/>
          </a:xfrm>
          <a:prstGeom prst="roundRect">
            <a:avLst>
              <a:gd name="adj" fmla="val 32258"/>
            </a:avLst>
          </a:prstGeom>
          <a:solidFill>
            <a:srgbClr val="F7E6BC"/>
          </a:solidFill>
          <a:ln/>
        </p:spPr>
      </p:sp>
      <p:sp>
        <p:nvSpPr>
          <p:cNvPr id="22" name="anim-g4-132"/>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33"/>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٤: خرطوم إضافي</a:t>
            </a:r>
            <a:endParaRPr lang="ar-SA" sz="2200" dirty="0"/>
          </a:p>
        </p:txBody>
      </p:sp>
      <p:sp>
        <p:nvSpPr>
          <p:cNvPr id="24" name="anim-g4-134"/>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يتحرك مع الثالث بحركة اليد نفسها</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رجل الإطفاء  ·  ٢٨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C:\Users\user\projects\younes-training\masmak-judges\.pptx-cache\s29-0.jpg"/>
          <p:cNvPicPr>
            <a:picLocks noChangeAspect="1"/>
          </p:cNvPicPr>
          <p:nvPr/>
        </p:nvPicPr>
        <p:blipFill>
          <a:blip r:embed="rId3"/>
          <a:stretch>
            <a:fillRect/>
          </a:stretch>
        </p:blipFill>
        <p:spPr>
          <a:xfrm>
            <a:off x="0" y="0"/>
            <a:ext cx="12191695" cy="6858000"/>
          </a:xfrm>
          <a:prstGeom prst="rect">
            <a:avLst/>
          </a:prstGeom>
        </p:spPr>
      </p:pic>
      <p:pic>
        <p:nvPicPr>
          <p:cNvPr id="3" name="anim-g1-135" descr="C:\Users\user\projects\younes-training\masmak-judges\.pptx-cache\s29-1.jpg"/>
          <p:cNvPicPr>
            <a:picLocks noChangeAspect="1"/>
          </p:cNvPicPr>
          <p:nvPr/>
        </p:nvPicPr>
        <p:blipFill>
          <a:blip r:embed="rId4"/>
          <a:stretch>
            <a:fillRect/>
          </a:stretch>
        </p:blipFill>
        <p:spPr>
          <a:xfrm>
            <a:off x="0" y="0"/>
            <a:ext cx="12191695" cy="6858000"/>
          </a:xfrm>
          <a:prstGeom prst="rect">
            <a:avLst/>
          </a:prstGeom>
        </p:spPr>
      </p:pic>
      <p:pic>
        <p:nvPicPr>
          <p:cNvPr id="4" name="anim-g2-136" descr="C:\Users\user\projects\younes-training\masmak-judges\.pptx-cache\s29-2.jpg"/>
          <p:cNvPicPr>
            <a:picLocks noChangeAspect="1"/>
          </p:cNvPicPr>
          <p:nvPr/>
        </p:nvPicPr>
        <p:blipFill>
          <a:blip r:embed="rId5"/>
          <a:stretch>
            <a:fillRect/>
          </a:stretch>
        </p:blipFill>
        <p:spPr>
          <a:xfrm>
            <a:off x="0" y="0"/>
            <a:ext cx="12191695" cy="6858000"/>
          </a:xfrm>
          <a:prstGeom prst="rect">
            <a:avLst/>
          </a:prstGeom>
        </p:spPr>
      </p:pic>
      <p:pic>
        <p:nvPicPr>
          <p:cNvPr id="5" name="anim-g3-137" descr="C:\Users\user\projects\younes-training\masmak-judges\.pptx-cache\s29-3.jpg"/>
          <p:cNvPicPr>
            <a:picLocks noChangeAspect="1"/>
          </p:cNvPicPr>
          <p:nvPr/>
        </p:nvPicPr>
        <p:blipFill>
          <a:blip r:embed="rId6"/>
          <a:stretch>
            <a:fillRect/>
          </a:stretch>
        </p:blipFill>
        <p:spPr>
          <a:xfrm>
            <a:off x="0" y="0"/>
            <a:ext cx="12191695" cy="6858000"/>
          </a:xfrm>
          <a:prstGeom prst="rect">
            <a:avLst/>
          </a:prstGeom>
        </p:spPr>
      </p:pic>
      <p:pic>
        <p:nvPicPr>
          <p:cNvPr id="6" name="anim-g4-138" descr="C:\Users\user\projects\younes-training\masmak-judges\.pptx-cache\s29-4.jpg"/>
          <p:cNvPicPr>
            <a:picLocks noChangeAspect="1"/>
          </p:cNvPicPr>
          <p:nvPr/>
        </p:nvPicPr>
        <p:blipFill>
          <a:blip r:embed="rId7"/>
          <a:stretch>
            <a:fillRect/>
          </a:stretch>
        </p:blipFill>
        <p:spPr>
          <a:xfrm>
            <a:off x="0" y="0"/>
            <a:ext cx="12191695" cy="6858000"/>
          </a:xfrm>
          <a:prstGeom prst="rect">
            <a:avLst/>
          </a:prstGeom>
        </p:spPr>
      </p:pic>
      <p:pic>
        <p:nvPicPr>
          <p:cNvPr id="7" name="anim-g5-139" descr="C:\Users\user\projects\younes-training\masmak-judges\.pptx-cache\s29-5.jpg"/>
          <p:cNvPicPr>
            <a:picLocks noChangeAspect="1"/>
          </p:cNvPicPr>
          <p:nvPr/>
        </p:nvPicPr>
        <p:blipFill>
          <a:blip r:embed="rId8"/>
          <a:stretch>
            <a:fillRect/>
          </a:stretch>
        </p:blipFill>
        <p:spPr>
          <a:xfrm>
            <a:off x="0" y="0"/>
            <a:ext cx="12191695" cy="6858000"/>
          </a:xfrm>
          <a:prstGeom prst="rect">
            <a:avLst/>
          </a:prstGeom>
        </p:spPr>
      </p:pic>
      <p:pic>
        <p:nvPicPr>
          <p:cNvPr id="8" name="anim-g6-140" descr="C:\Users\user\projects\younes-training\masmak-judges\.pptx-cache\s2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C:\Users\user\projects\younes-training\masmak-judges\.pptx-cache\s30.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30.gif"/>
          <p:cNvPicPr>
            <a:picLocks noChangeAspect="1"/>
          </p:cNvPicPr>
          <p:nvPr/>
        </p:nvPicPr>
        <p:blipFill>
          <a:blip r:embed="rId6"/>
          <a:stretch>
            <a:fillRect/>
          </a:stretch>
        </p:blipFill>
        <p:spPr>
          <a:xfrm>
            <a:off x="4859315" y="1736725"/>
            <a:ext cx="6506901" cy="3643908"/>
          </a:xfrm>
          <a:prstGeom prst="rect">
            <a:avLst/>
          </a:prstGeom>
        </p:spPr>
      </p:pic>
      <p:pic>
        <p:nvPicPr>
          <p:cNvPr id="5" name="audio-14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3833717" y="4854575"/>
            <a:ext cx="847803" cy="3810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C:\Users\user\projects\younes-training\masmak-judges\.pptx-cache\s31-0.jpg"/>
          <p:cNvPicPr>
            <a:picLocks noChangeAspect="1"/>
          </p:cNvPicPr>
          <p:nvPr/>
        </p:nvPicPr>
        <p:blipFill>
          <a:blip r:embed="rId3"/>
          <a:stretch>
            <a:fillRect/>
          </a:stretch>
        </p:blipFill>
        <p:spPr>
          <a:xfrm>
            <a:off x="0" y="0"/>
            <a:ext cx="12191695" cy="6858000"/>
          </a:xfrm>
          <a:prstGeom prst="rect">
            <a:avLst/>
          </a:prstGeom>
        </p:spPr>
      </p:pic>
      <p:pic>
        <p:nvPicPr>
          <p:cNvPr id="3" name="anim-g1-142" descr="C:\Users\user\projects\younes-training\masmak-judges\.pptx-cache\s31-1.jpg"/>
          <p:cNvPicPr>
            <a:picLocks noChangeAspect="1"/>
          </p:cNvPicPr>
          <p:nvPr/>
        </p:nvPicPr>
        <p:blipFill>
          <a:blip r:embed="rId4"/>
          <a:stretch>
            <a:fillRect/>
          </a:stretch>
        </p:blipFill>
        <p:spPr>
          <a:xfrm>
            <a:off x="0" y="0"/>
            <a:ext cx="12191695" cy="6858000"/>
          </a:xfrm>
          <a:prstGeom prst="rect">
            <a:avLst/>
          </a:prstGeom>
        </p:spPr>
      </p:pic>
      <p:pic>
        <p:nvPicPr>
          <p:cNvPr id="4" name="anim-g2-143" descr="C:\Users\user\projects\younes-training\masmak-judges\.pptx-cache\s31-2.jpg"/>
          <p:cNvPicPr>
            <a:picLocks noChangeAspect="1"/>
          </p:cNvPicPr>
          <p:nvPr/>
        </p:nvPicPr>
        <p:blipFill>
          <a:blip r:embed="rId5"/>
          <a:stretch>
            <a:fillRect/>
          </a:stretch>
        </p:blipFill>
        <p:spPr>
          <a:xfrm>
            <a:off x="0" y="0"/>
            <a:ext cx="12191695" cy="6858000"/>
          </a:xfrm>
          <a:prstGeom prst="rect">
            <a:avLst/>
          </a:prstGeom>
        </p:spPr>
      </p:pic>
      <p:pic>
        <p:nvPicPr>
          <p:cNvPr id="5" name="anim-g3-144" descr="C:\Users\user\projects\younes-training\masmak-judges\.pptx-cache\s31-3.jpg"/>
          <p:cNvPicPr>
            <a:picLocks noChangeAspect="1"/>
          </p:cNvPicPr>
          <p:nvPr/>
        </p:nvPicPr>
        <p:blipFill>
          <a:blip r:embed="rId6"/>
          <a:stretch>
            <a:fillRect/>
          </a:stretch>
        </p:blipFill>
        <p:spPr>
          <a:xfrm>
            <a:off x="0" y="0"/>
            <a:ext cx="12191695" cy="6858000"/>
          </a:xfrm>
          <a:prstGeom prst="rect">
            <a:avLst/>
          </a:prstGeom>
        </p:spPr>
      </p:pic>
      <p:pic>
        <p:nvPicPr>
          <p:cNvPr id="6" name="anim-g4-145" descr="C:\Users\user\projects\younes-training\masmak-judges\.pptx-cache\s31-4.jpg"/>
          <p:cNvPicPr>
            <a:picLocks noChangeAspect="1"/>
          </p:cNvPicPr>
          <p:nvPr/>
        </p:nvPicPr>
        <p:blipFill>
          <a:blip r:embed="rId7"/>
          <a:stretch>
            <a:fillRect/>
          </a:stretch>
        </p:blipFill>
        <p:spPr>
          <a:xfrm>
            <a:off x="0" y="0"/>
            <a:ext cx="12191695" cy="6858000"/>
          </a:xfrm>
          <a:prstGeom prst="rect">
            <a:avLst/>
          </a:prstGeom>
        </p:spPr>
      </p:pic>
      <p:pic>
        <p:nvPicPr>
          <p:cNvPr id="7" name="anim-g5-146" descr="C:\Users\user\projects\younes-training\masmak-judges\.pptx-cache\s31-5.jpg"/>
          <p:cNvPicPr>
            <a:picLocks noChangeAspect="1"/>
          </p:cNvPicPr>
          <p:nvPr/>
        </p:nvPicPr>
        <p:blipFill>
          <a:blip r:embed="rId8"/>
          <a:stretch>
            <a:fillRect/>
          </a:stretch>
        </p:blipFill>
        <p:spPr>
          <a:xfrm>
            <a:off x="0" y="0"/>
            <a:ext cx="12191695" cy="6858000"/>
          </a:xfrm>
          <a:prstGeom prst="rect">
            <a:avLst/>
          </a:prstGeom>
        </p:spPr>
      </p:pic>
      <p:pic>
        <p:nvPicPr>
          <p:cNvPr id="8" name="anim-g6-147" descr="C:\Users\user\projects\younes-training\masmak-judges\.pptx-cache\s31-6.jpg"/>
          <p:cNvPicPr>
            <a:picLocks noChangeAspect="1"/>
          </p:cNvPicPr>
          <p:nvPr/>
        </p:nvPicPr>
        <p:blipFill>
          <a:blip r:embed="rId9"/>
          <a:stretch>
            <a:fillRect/>
          </a:stretch>
        </p:blipFill>
        <p:spPr>
          <a:xfrm>
            <a:off x="0" y="0"/>
            <a:ext cx="12191695" cy="6858000"/>
          </a:xfrm>
          <a:prstGeom prst="rect">
            <a:avLst/>
          </a:prstGeom>
        </p:spPr>
      </p:pic>
      <p:pic>
        <p:nvPicPr>
          <p:cNvPr id="9" name="anim-g7-148" descr="C:\Users\user\projects\younes-training\masmak-judges\.pptx-cache\s3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149"/>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sp>
      <p:sp>
        <p:nvSpPr>
          <p:cNvPr id="10" name="anim-g1-150"/>
          <p:cNvSpPr/>
          <p:nvPr/>
        </p:nvSpPr>
        <p:spPr>
          <a:xfrm>
            <a:off x="7331476" y="2514600"/>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151"/>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sp>
      <p:sp>
        <p:nvSpPr>
          <p:cNvPr id="12" name="anim-g1-152"/>
          <p:cNvSpPr/>
          <p:nvPr/>
        </p:nvSpPr>
        <p:spPr>
          <a:xfrm>
            <a:off x="960120" y="2514600"/>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تمديد كل فيديو بتجميد آخر إطار، مع حفظ النسخ الأصلية</a:t>
            </a:r>
            <a:endParaRPr lang="ar-SA" sz="2100" dirty="0"/>
          </a:p>
        </p:txBody>
      </p:sp>
      <p:sp>
        <p:nvSpPr>
          <p:cNvPr id="13" name="anim-g2-153"/>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sp>
      <p:sp>
        <p:nvSpPr>
          <p:cNvPr id="14" name="anim-g2-154"/>
          <p:cNvSpPr/>
          <p:nvPr/>
        </p:nvSpPr>
        <p:spPr>
          <a:xfrm>
            <a:off x="7331476" y="32406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155"/>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sp>
      <p:sp>
        <p:nvSpPr>
          <p:cNvPr id="16" name="anim-g2-156"/>
          <p:cNvSpPr/>
          <p:nvPr/>
        </p:nvSpPr>
        <p:spPr>
          <a:xfrm>
            <a:off x="960120" y="32406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تشخيص من سجلات التشغيل، وحارس يوقف المنصة بعد ثانية صمت</a:t>
            </a:r>
            <a:endParaRPr lang="ar-SA" sz="2100" dirty="0"/>
          </a:p>
        </p:txBody>
      </p:sp>
      <p:sp>
        <p:nvSpPr>
          <p:cNvPr id="17" name="anim-g3-157"/>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sp>
      <p:sp>
        <p:nvSpPr>
          <p:cNvPr id="18" name="anim-g3-158"/>
          <p:cNvSpPr/>
          <p:nvPr/>
        </p:nvSpPr>
        <p:spPr>
          <a:xfrm>
            <a:off x="7331476" y="3966667"/>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159"/>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sp>
      <p:sp>
        <p:nvSpPr>
          <p:cNvPr id="20" name="anim-g3-160"/>
          <p:cNvSpPr/>
          <p:nvPr/>
        </p:nvSpPr>
        <p:spPr>
          <a:xfrm>
            <a:off x="960120" y="3966667"/>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التحقق بالإحداثيات الخام بدل الثقة بالمصادر الشائعة</a:t>
            </a:r>
            <a:endParaRPr lang="ar-SA" sz="2100" dirty="0"/>
          </a:p>
        </p:txBody>
      </p:sp>
      <p:sp>
        <p:nvSpPr>
          <p:cNvPr id="21" name="anim-g4-161"/>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sp>
      <p:sp>
        <p:nvSpPr>
          <p:cNvPr id="22" name="anim-g4-162"/>
          <p:cNvSpPr/>
          <p:nvPr/>
        </p:nvSpPr>
        <p:spPr>
          <a:xfrm>
            <a:off x="7331476" y="4692701"/>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163"/>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sp>
      <p:sp>
        <p:nvSpPr>
          <p:cNvPr id="24" name="anim-g4-164"/>
          <p:cNvSpPr/>
          <p:nvPr/>
        </p:nvSpPr>
        <p:spPr>
          <a:xfrm>
            <a:off x="960120" y="4692701"/>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رفع الصوت من PipeWire ومن المشغّل معًا</a:t>
            </a:r>
            <a:endParaRPr lang="ar-SA" sz="2100" dirty="0"/>
          </a:p>
        </p:txBody>
      </p:sp>
      <p:sp>
        <p:nvSpPr>
          <p:cNvPr id="25" name="anim-g5-165"/>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sp>
      <p:sp>
        <p:nvSpPr>
          <p:cNvPr id="26" name="anim-g5-166"/>
          <p:cNvSpPr/>
          <p:nvPr/>
        </p:nvSpPr>
        <p:spPr>
          <a:xfrm>
            <a:off x="7331476" y="54187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167"/>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sp>
      <p:sp>
        <p:nvSpPr>
          <p:cNvPr id="28" name="anim-g5-168"/>
          <p:cNvSpPr/>
          <p:nvPr/>
        </p:nvSpPr>
        <p:spPr>
          <a:xfrm>
            <a:off x="960120" y="54187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إعادة ضبطها من بطاقة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التحديات  ·  ٣٢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فريق al arqam innovators · مدارس الأرقم</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2385</Words>
  <Application>Microsoft Office PowerPoint</Application>
  <PresentationFormat>شاشة عريضة</PresentationFormat>
  <Paragraphs>157</Paragraphs>
  <Slides>33</Slides>
  <Notes>33</Notes>
  <HiddenSlides>0</HiddenSlides>
  <MMClips>9</MMClips>
  <ScaleCrop>false</ScaleCrop>
  <HeadingPairs>
    <vt:vector size="6" baseType="variant">
      <vt:variant>
        <vt:lpstr>الخطوط المستخدمة</vt:lpstr>
      </vt:variant>
      <vt:variant>
        <vt:i4>3</vt:i4>
      </vt:variant>
      <vt:variant>
        <vt:lpstr>نسق</vt:lpstr>
      </vt:variant>
      <vt:variant>
        <vt:i4>1</vt:i4>
      </vt:variant>
      <vt:variant>
        <vt:lpstr>عناوين الشرائح</vt:lpstr>
      </vt:variant>
      <vt:variant>
        <vt:i4>33</vt:i4>
      </vt:variant>
    </vt:vector>
  </HeadingPairs>
  <TitlesOfParts>
    <vt:vector size="37" baseType="lpstr">
      <vt:lpstr>Arial</vt:lpstr>
      <vt:lpstr>Cairo</vt:lpstr>
      <vt:lpstr>Cairo Black</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فريق al arqam innovators · مدارس الأرقم</dc:creator>
  <cp:lastModifiedBy>user</cp:lastModifiedBy>
  <cp:revision>2</cp:revision>
  <dcterms:created xsi:type="dcterms:W3CDTF">2026-10-10T13:32:14Z</dcterms:created>
  <dcterms:modified xsi:type="dcterms:W3CDTF">2026-10-10T16:13:17Z</dcterms:modified>
</cp:coreProperties>
</file>