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90" r:id="rId2"/>
    <p:sldId id="291" r:id="rId3"/>
    <p:sldId id="292" r:id="rId4"/>
    <p:sldId id="293" r:id="rId5"/>
    <p:sldId id="257" r:id="rId6"/>
    <p:sldId id="294" r:id="rId7"/>
    <p:sldId id="295" r:id="rId8"/>
    <p:sldId id="29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084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narrator: each student introduces himself in one sentence, live.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Plays first in front of the judges, with the English narrator (in PowerPoint it is a video that starts by itself; on the web press 🔊 Narrator). Chapter 0: the visitor in the LEGO wheelchair, the camera welcomes him, his eyes turn the fortress right and left with the light wave, he holds his gaze and gets sign language + audio narration together, and a blink or the watchdog stops the turntable. Then the safety station: (1) fire only: the leader puts it out and backs up. (2) gas only: the leader gives robot 2 permission. (3) fire and gas: leader to the fire, robot 2 to the gas + Telegram. (4) a fire too big: “we need help”, and the Civil Defense officer leads robots 3 and 4 by hand until “the museum is safe”. Let it run completely, then start explaining.
🎬 فيديو بصوت الراوي يبدأ وحده عند فتح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After this slide the students run the project in front of the judges.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1119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1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2533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30458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2251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3231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10472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-en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Tm="4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Macintosh PowerPoint</Application>
  <PresentationFormat>شاشة عريضة</PresentationFormat>
  <Paragraphs>4</Paragraphs>
  <Slides>8</Slides>
  <Notes>8</Notes>
  <HiddenSlides>0</HiddenSlides>
  <MMClips>7</MMClips>
  <ScaleCrop>false</ScaleCrop>
  <HeadingPairs>
    <vt:vector size="6" baseType="variant">
      <vt:variant>
        <vt:lpstr>الخطوط المستخدمة</vt:lpstr>
      </vt:variant>
      <vt:variant>
        <vt:i4>1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Al Masmak · SAIF 2026</dc:title>
  <dc:subject>PptxGenJS Presentation</dc:subject>
  <dc:creator>Talent &amp; AI Unit · Al-Arqam Schools</dc:creator>
  <cp:lastModifiedBy>mohamed zaytoon303</cp:lastModifiedBy>
  <cp:revision>2</cp:revision>
  <dcterms:created xsi:type="dcterms:W3CDTF">2026-10-10T16:19:09Z</dcterms:created>
  <dcterms:modified xsi:type="dcterms:W3CDTF">2026-10-20T02:56:39Z</dcterms:modified>
</cp:coreProperties>
</file>