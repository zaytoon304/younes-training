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jpg" ContentType="image/jpg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90" r:id="rId41"/>
    <p:sldId id="291" r:id="rId42"/>
    <p:sldId id="292" r:id="rId43"/>
    <p:sldId id="293" r:id="rId44"/>
    <p:sldId id="257" r:id="rId3"/>
    <p:sldId id="294" r:id="rId45"/>
    <p:sldId id="295" r:id="rId46"/>
    <p:sldId id="296" r:id="rId4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4084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Plays first in front of the judges, with the English narrator (in PowerPoint it is a video that starts by itself; on the web press 🔊 Narrator). Chapter 0: the visitor in the LEGO wheelchair, the camera welcomes him, his eyes turn the fortress right and left with the light wave, he holds his gaze and gets sign language + audio narration together, and a blink or the watchdog stops the turntable. Then the safety station: (1) fire only: the leader puts it out and backs up. (2) gas only: the leader gives robot 2 permission. (3) fire and gas: leader to the fire, robot 2 to the gas + Telegram. (4) a fire too big: “we need help”, and the Civil Defense officer leads robots 3 and 4 by hand until “the museum is safe”. Let it run completely, then start explaining.
🎬 فيديو بصوت الراوي يبدأ وحده عند فتح الشريحة.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narrator: each student introduces himself in one sentence, live.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After this slide the students run the project in front of the judges.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2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103.png"/><Relationship Id="rId5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4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1.mp4"/><Relationship Id="rId3" Type="http://schemas.openxmlformats.org/officeDocument/2006/relationships/video" Target="../media/media11.mp4"/><Relationship Id="rId4" Type="http://schemas.openxmlformats.org/officeDocument/2006/relationships/image" Target="../media/image105.png"/><Relationship Id="rId5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2.mp4"/><Relationship Id="rId3" Type="http://schemas.openxmlformats.org/officeDocument/2006/relationships/video" Target="../media/media12.mp4"/><Relationship Id="rId4" Type="http://schemas.openxmlformats.org/officeDocument/2006/relationships/image" Target="../media/image106.png"/><Relationship Id="rId5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3.mp4"/><Relationship Id="rId3" Type="http://schemas.openxmlformats.org/officeDocument/2006/relationships/video" Target="../media/media13.mp4"/><Relationship Id="rId4" Type="http://schemas.openxmlformats.org/officeDocument/2006/relationships/image" Target="../media/image107.png"/><Relationship Id="rId5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4.mp4"/><Relationship Id="rId3" Type="http://schemas.openxmlformats.org/officeDocument/2006/relationships/video" Target="../media/media14.mp4"/><Relationship Id="rId4" Type="http://schemas.openxmlformats.org/officeDocument/2006/relationships/image" Target="../media/image108.png"/><Relationship Id="rId5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5.mp4"/><Relationship Id="rId3" Type="http://schemas.openxmlformats.org/officeDocument/2006/relationships/video" Target="../media/media15.mp4"/><Relationship Id="rId4" Type="http://schemas.openxmlformats.org/officeDocument/2006/relationships/image" Target="../media/image109.png"/><Relationship Id="rId5" Type="http://schemas.openxmlformats.org/officeDocument/2006/relationships/notesSlide" Target="../notesSlides/notesSlide41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masmak-judges-en\.pptx-cache\s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 advTm="209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C:\Users\user\projects\younes-training\masmak-judges-en\.pptx-cache\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 advTm="11192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C:\Users\user\projects\younes-training\masmak-judges-en\.pptx-cache\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 advTm="25336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C:\Users\user\projects\younes-training\masmak-judges-en\.pptx-cache\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 advTm="30458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C:\Users\user\projects\younes-training\masmak-judges-en\.pptx-cache\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 advTm="3231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C:\Users\user\projects\younes-training\masmak-judges-en\.pptx-cache\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 advTm="10472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C:\Users\user\projects\younes-training\masmak-judges-en\.pptx-cache\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 advTm="4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2491</Words>
  <Application>Microsoft Office PowerPoint</Application>
  <PresentationFormat>شاشة عريضة</PresentationFormat>
  <Paragraphs>66</Paragraphs>
  <Slides>33</Slides>
  <Notes>33</Notes>
  <HiddenSlides>0</HiddenSlides>
  <MMClips>9</MMClips>
  <ScaleCrop>false</ScaleCrop>
  <HeadingPairs>
    <vt:vector size="6" baseType="variant">
      <vt:variant>
        <vt:lpstr>الخطوط المستخدمة</vt:lpstr>
      </vt:variant>
      <vt:variant>
        <vt:i4>1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33</vt:i4>
      </vt:variant>
    </vt:vector>
  </HeadingPairs>
  <TitlesOfParts>
    <vt:vector size="35" baseType="lpstr">
      <vt:lpstr>Arial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Al Masmak · SAIF 2026</dc:title>
  <dc:subject>PptxGenJS Presentation</dc:subject>
  <dc:creator>Talent &amp; AI Unit · Al-Arqam Schools</dc:creator>
  <cp:lastModifiedBy>user</cp:lastModifiedBy>
  <cp:revision>2</cp:revision>
  <dcterms:created xsi:type="dcterms:W3CDTF">2026-10-10T16:19:09Z</dcterms:created>
  <dcterms:modified xsi:type="dcterms:W3CDTF">2026-10-10T16:22:45Z</dcterms:modified>
</cp:coreProperties>
</file>