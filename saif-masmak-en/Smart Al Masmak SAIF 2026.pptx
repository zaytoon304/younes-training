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4084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narrator: each student introduces himself in one sentence, live.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After this slide the students run the project in front of the judges.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6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7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8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9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10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11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8.mp4"/><Relationship Id="rId3" Type="http://schemas.openxmlformats.org/officeDocument/2006/relationships/video" Target="../media/media18.mp4"/><Relationship Id="rId4" Type="http://schemas.openxmlformats.org/officeDocument/2006/relationships/image" Target="../media/image112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9.mp4"/><Relationship Id="rId3" Type="http://schemas.openxmlformats.org/officeDocument/2006/relationships/video" Target="../media/media19.mp4"/><Relationship Id="rId4" Type="http://schemas.openxmlformats.org/officeDocument/2006/relationships/image" Target="../media/image113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0.mp4"/><Relationship Id="rId3" Type="http://schemas.openxmlformats.org/officeDocument/2006/relationships/video" Target="../media/media20.mp4"/><Relationship Id="rId4" Type="http://schemas.openxmlformats.org/officeDocument/2006/relationships/image" Target="../media/image114.png"/><Relationship Id="rId5" Type="http://schemas.openxmlformats.org/officeDocument/2006/relationships/notesSlide" Target="../notesSlides/notesSlide46.xml"/></Relationships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119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53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817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672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928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98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560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2693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231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0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2491</Words>
  <Application>Microsoft Office PowerPoint</Application>
  <PresentationFormat>شاشة عريضة</PresentationFormat>
  <Paragraphs>66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1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5" baseType="lpstr">
      <vt:lpstr>Arial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Al Masmak · SAIF 2026</dc:title>
  <dc:subject>PptxGenJS Presentation</dc:subject>
  <dc:creator>Talent &amp; AI Unit · Al-Arqam Schools</dc:creator>
  <cp:lastModifiedBy>user</cp:lastModifiedBy>
  <cp:revision>2</cp:revision>
  <dcterms:created xsi:type="dcterms:W3CDTF">2026-10-10T16:19:09Z</dcterms:created>
  <dcterms:modified xsi:type="dcterms:W3CDTF">2026-10-10T16:22:45Z</dcterms:modified>
</cp:coreProperties>
</file>