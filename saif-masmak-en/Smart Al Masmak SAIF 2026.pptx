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  <p:sldId id="297" r:id="rId48"/>
    <p:sldId id="298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10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11.png"/><Relationship Id="rId5" Type="http://schemas.openxmlformats.org/officeDocument/2006/relationships/notesSlide" Target="../notesSlides/notesSlide4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1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11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045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3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6763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510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