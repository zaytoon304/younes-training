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57" r:id="rId3"/>
    <p:sldId id="294" r:id="rId45"/>
    <p:sldId id="295" r:id="rId46"/>
    <p:sldId id="296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084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Plays first in front of the judges, with the English narrator (in PowerPoint it is a video that starts by itself; on the web press 🔊 Narrator). Chapter 0: the visitor in the LEGO wheelchair, the camera welcomes him, his eyes turn the fortress right and left with the light wave, he holds his gaze and gets sign language + audio narration together, and a blink or the watchdog stops the turntable. Then the safety station: (1) fire only: the leader puts it out and backs up. (2) gas only: the leader gives robot 2 permission. (3) fire and gas: leader to the fire, robot 2 to the gas + Telegram. (4) a fire too big: “we need help”, and the Civil Defense officer leads robots 3 and 4 by hand until “the museum is safe”. Let it run completely, then start explaining.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narrator: each student introduces himself in one sentence, live.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After this slide the students run the project in front of the judges.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1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21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119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53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045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3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2491</Words>
  <Application>Microsoft Office PowerPoint</Application>
  <PresentationFormat>شاشة عريضة</PresentationFormat>
  <Paragraphs>66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1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5" baseType="lpstr"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Al Masmak · SAIF 2026</dc:title>
  <dc:subject>PptxGenJS Presentation</dc:subject>
  <dc:creator>Talent &amp; AI Unit · Al-Arqam Schools</dc:creator>
  <cp:lastModifiedBy>user</cp:lastModifiedBy>
  <cp:revision>2</cp:revision>
  <dcterms:created xsi:type="dcterms:W3CDTF">2026-10-10T16:19:09Z</dcterms:created>
  <dcterms:modified xsi:type="dcterms:W3CDTF">2026-10-10T16:22:45Z</dcterms:modified>
</cp:coreProperties>
</file>