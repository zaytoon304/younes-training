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94" r:id="rId45"/>
    <p:sldId id="295" r:id="rId46"/>
    <p:sldId id="257" r:id="rId3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تُعرض أولًا أمام المحكّمين وتعمل وحدها بصوت الراوي (في البوربوينت فيديو يبدأ تلقائيًا؛ وفي المنصة اضغط 🔊 الراوي). الفصل ٠: الزائر على كرسي LEGO، الكاميرا ترحّب به، عيناه تديران القصر يمينًا ويسارًا مع موجة الضوء، يثبّت نظره فتظهر لغة الإشارة والسرد الصوتي معًا، والرمشة والحارس يوقفان المنصة. ثم محطة الأمان: (١) لهب فقط: القائد يطفئ ويعود للخلف. (٢) غاز فقط: القائد يعطي الروبوت الثاني الإذن. (٣) لهب وغاز: القائد للهب والثاني للغاز + تيليجرام. (٤) النار أكبر: «نحتاج دعمًا»، ورجل الدفاع المدني يقود الروبوتين ٣ و٤ بيده حتى «المتحف آمن». اتركه يعمل كاملًا ثم ابدأ الشرح.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بلا راوٍ: يعرّف كل طالب بنفسه بصوته في جملة واحدة، ويذكر الجزء المسؤول عنه.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الطلاب المشروع أمام اللجنة.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04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8.mp4"/><Relationship Id="rId3" Type="http://schemas.openxmlformats.org/officeDocument/2006/relationships/video" Target="../media/media18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9.mp4"/><Relationship Id="rId3" Type="http://schemas.openxmlformats.org/officeDocument/2006/relationships/video" Target="../media/media19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0.mp4"/><Relationship Id="rId3" Type="http://schemas.openxmlformats.org/officeDocument/2006/relationships/video" Target="../media/media20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1.mp4"/><Relationship Id="rId3" Type="http://schemas.openxmlformats.org/officeDocument/2006/relationships/video" Target="../media/media21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2.mp4"/><Relationship Id="rId3" Type="http://schemas.openxmlformats.org/officeDocument/2006/relationships/video" Target="../media/media22.mp4"/><Relationship Id="rId4" Type="http://schemas.openxmlformats.org/officeDocument/2006/relationships/image" Target="../media/image110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3.mp4"/><Relationship Id="rId3" Type="http://schemas.openxmlformats.org/officeDocument/2006/relationships/video" Target="../media/media23.mp4"/><Relationship Id="rId4" Type="http://schemas.openxmlformats.org/officeDocument/2006/relationships/image" Target="../media/image111.png"/><Relationship Id="rId5" Type="http://schemas.openxmlformats.org/officeDocument/2006/relationships/notesSlide" Target="../notesSlides/notesSlide49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80383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54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845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04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344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293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16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360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987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023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8875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6441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40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المصمك الذكي · سيف 2026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