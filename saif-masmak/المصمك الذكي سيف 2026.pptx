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35"/>
  </p:notesMasterIdLst>
  <p:sldIdLst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7806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بلا راوٍ: يعرّف كل طالب بنفسه بصوته في جملة واحدة.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بعد هذه الشريحة يشغّل الطلاب المشروع أمام اللجنة.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97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99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00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01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02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03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6.mp4"/><Relationship Id="rId3" Type="http://schemas.openxmlformats.org/officeDocument/2006/relationships/video" Target="../media/media16.mp4"/><Relationship Id="rId4" Type="http://schemas.openxmlformats.org/officeDocument/2006/relationships/image" Target="../media/image104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7.mp4"/><Relationship Id="rId3" Type="http://schemas.openxmlformats.org/officeDocument/2006/relationships/video" Target="../media/media17.mp4"/><Relationship Id="rId4" Type="http://schemas.openxmlformats.org/officeDocument/2006/relationships/image" Target="../media/image105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8.mp4"/><Relationship Id="rId3" Type="http://schemas.openxmlformats.org/officeDocument/2006/relationships/video" Target="../media/media18.mp4"/><Relationship Id="rId4" Type="http://schemas.openxmlformats.org/officeDocument/2006/relationships/image" Target="../media/image106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9.mp4"/><Relationship Id="rId3" Type="http://schemas.openxmlformats.org/officeDocument/2006/relationships/video" Target="../media/media19.mp4"/><Relationship Id="rId4" Type="http://schemas.openxmlformats.org/officeDocument/2006/relationships/image" Target="../media/image107.png"/><Relationship Id="rId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0.mp4"/><Relationship Id="rId3" Type="http://schemas.openxmlformats.org/officeDocument/2006/relationships/video" Target="../media/media20.mp4"/><Relationship Id="rId4" Type="http://schemas.openxmlformats.org/officeDocument/2006/relationships/image" Target="../media/image108.png"/><Relationship Id="rId5" Type="http://schemas.openxmlformats.org/officeDocument/2006/relationships/notesSlide" Target="../notesSlides/notesSlide46.xml"/></Relationships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488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19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3385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1264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2934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5775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4119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7134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711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347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59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2385</Words>
  <Application>Microsoft Office PowerPoint</Application>
  <PresentationFormat>شاشة عريضة</PresentationFormat>
  <Paragraphs>157</Paragraphs>
  <Slides>33</Slides>
  <Notes>33</Notes>
  <HiddenSlides>0</HiddenSlides>
  <MMClips>9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33</vt:i4>
      </vt:variant>
    </vt:vector>
  </HeadingPairs>
  <TitlesOfParts>
    <vt:vector size="37" baseType="lpstr">
      <vt:lpstr>Arial</vt:lpstr>
      <vt:lpstr>Cairo</vt:lpstr>
      <vt:lpstr>Cairo Black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المصمك الذكي · سيف 2026</dc:title>
  <dc:subject>PptxGenJS Presentation</dc:subject>
  <dc:creator>فريق al arqam innovators · مدارس الأرقم</dc:creator>
  <cp:lastModifiedBy>user</cp:lastModifiedBy>
  <cp:revision>2</cp:revision>
  <dcterms:created xsi:type="dcterms:W3CDTF">2026-10-10T16:35:02Z</dcterms:created>
  <dcterms:modified xsi:type="dcterms:W3CDTF">2026-10-10T16:35:21Z</dcterms:modified>
</cp:coreProperties>
</file>