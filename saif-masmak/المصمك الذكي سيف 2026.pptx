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57" r:id="rId3"/>
    <p:sldId id="294" r:id="rId45"/>
    <p:sldId id="295" r:id="rId46"/>
    <p:sldId id="296" r:id="rId47"/>
    <p:sldId id="297" r:id="rId48"/>
    <p:sldId id="298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806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تُعرض أولًا أمام المحكّمين وتعمل وحدها بصوت الراوي (في البوربوينت فيديو يبدأ تلقائيًا؛ وفي المنصة اضغط 🔊 الراوي). الفصل ٠: الزائر على كرسي LEGO، الكاميرا ترحّب به، عيناه تديران القصر يمينًا ويسارًا مع موجة الضوء، يثبّت نظره فتظهر لغة الإشارة والسرد الصوتي معًا، والرمشة والحارس يوقفان المنصة. ثم محطة الأمان: (١) لهب فقط: القائد يطفئ ويعود للخلف. (٢) غاز فقط: القائد يعطي الروبوت الثاني الإذن. (٣) لهب وغاز: القائد للهب والثاني للغاز + تيليجرام. (٤) النار أكبر: «نحتاج دعمًا»، ورجل الدفاع المدني يقود الروبوتين ٣ و٤ بيده حتى «المتحف آمن». اتركه يعمل كاملًا ثم ابدأ الشرح.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بلا راوٍ: يعرّف كل طالب بنفسه بصوته في جملة واحدة.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بعد هذه الشريحة يشغّل الطلاب المشروع أمام اللجنة.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0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04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43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51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488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6025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71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8375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6441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2385</Words>
  <Application>Microsoft Office PowerPoint</Application>
  <PresentationFormat>شاشة عريضة</PresentationFormat>
  <Paragraphs>157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7" baseType="lpstr">
      <vt:lpstr>Arial</vt:lpstr>
      <vt:lpstr>Cairo</vt:lpstr>
      <vt:lpstr>Cairo Black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المصمك الذكي · سيف 2026</dc:title>
  <dc:subject>PptxGenJS Presentation</dc:subject>
  <dc:creator>فريق al arqam innovators · مدارس الأرقم</dc:creator>
  <cp:lastModifiedBy>user</cp:lastModifiedBy>
  <cp:revision>2</cp:revision>
  <dcterms:created xsi:type="dcterms:W3CDTF">2026-10-10T16:35:02Z</dcterms:created>
  <dcterms:modified xsi:type="dcterms:W3CDTF">2026-10-10T16:35:21Z</dcterms:modified>
</cp:coreProperties>
</file>