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jpg" ContentType="image/jpg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35"/>
  </p:notesMasterIdLst>
  <p:sldIdLst>
    <p:sldId id="290" r:id="rId41"/>
    <p:sldId id="291" r:id="rId42"/>
    <p:sldId id="292" r:id="rId43"/>
    <p:sldId id="293" r:id="rId44"/>
    <p:sldId id="294" r:id="rId45"/>
    <p:sldId id="257" r:id="rId3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7806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تُعرض أولًا أمام المحكّمين وتعمل وحدها بصوت الراوي (في البوربوينت فيديو يبدأ تلقائيًا؛ وفي المنصة اضغط 🔊 الراوي). الفصل ٠: الزائر على كرسي LEGO، الكاميرا ترحّب به، عيناه تديران القصر يمينًا ويسارًا مع موجة الضوء، يثبّت نظره فتظهر لغة الإشارة والسرد الصوتي معًا، والرمشة والحارس يوقفان المنصة. ثم محطة الأمان: (١) لهب فقط: القائد يطفئ ويعود للخلف. (٢) غاز فقط: القائد يعطي الروبوت الثاني الإذن. (٣) لهب وغاز: القائد للهب والثاني للغاز + تيليجرام. (٤) النار أكبر: «نحتاج دعمًا»، ورجل الدفاع المدني يقود الروبوتين ٣ و٤ بيده حتى «المتحف آمن». اتركه يعمل كاملًا ثم ابدأ الشرح.
🎬 فيديو بصوت الراوي يبدأ وحده عند فتح الشريحة.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بلا راوٍ: يعرّف كل طالب بنفسه بصوته في جملة واحدة، ويذكر الجزء المسؤول عنه.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بعد هذه الشريحة يشغّل الطلاب المشروع أمام اللجنة.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97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99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00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01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02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03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6.mp4"/><Relationship Id="rId3" Type="http://schemas.openxmlformats.org/officeDocument/2006/relationships/video" Target="../media/media16.mp4"/><Relationship Id="rId4" Type="http://schemas.openxmlformats.org/officeDocument/2006/relationships/image" Target="../media/image104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7.mp4"/><Relationship Id="rId3" Type="http://schemas.openxmlformats.org/officeDocument/2006/relationships/video" Target="../media/media17.mp4"/><Relationship Id="rId4" Type="http://schemas.openxmlformats.org/officeDocument/2006/relationships/image" Target="../media/image105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8.mp4"/><Relationship Id="rId3" Type="http://schemas.openxmlformats.org/officeDocument/2006/relationships/video" Target="../media/media18.mp4"/><Relationship Id="rId4" Type="http://schemas.openxmlformats.org/officeDocument/2006/relationships/image" Target="../media/image106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9.mp4"/><Relationship Id="rId3" Type="http://schemas.openxmlformats.org/officeDocument/2006/relationships/video" Target="../media/media19.mp4"/><Relationship Id="rId4" Type="http://schemas.openxmlformats.org/officeDocument/2006/relationships/image" Target="../media/image107.png"/><Relationship Id="rId5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20.mp4"/><Relationship Id="rId3" Type="http://schemas.openxmlformats.org/officeDocument/2006/relationships/video" Target="../media/media20.mp4"/><Relationship Id="rId4" Type="http://schemas.openxmlformats.org/officeDocument/2006/relationships/image" Target="../media/image108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21.mp4"/><Relationship Id="rId3" Type="http://schemas.openxmlformats.org/officeDocument/2006/relationships/video" Target="../media/media21.mp4"/><Relationship Id="rId4" Type="http://schemas.openxmlformats.org/officeDocument/2006/relationships/image" Target="../media/image109.png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22.mp4"/><Relationship Id="rId3" Type="http://schemas.openxmlformats.org/officeDocument/2006/relationships/video" Target="../media/media22.mp4"/><Relationship Id="rId4" Type="http://schemas.openxmlformats.org/officeDocument/2006/relationships/image" Target="../media/image110.png"/><Relationship Id="rId5" Type="http://schemas.openxmlformats.org/officeDocument/2006/relationships/notesSlide" Target="../notesSlides/notesSlide48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535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3544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845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110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293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116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43604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4987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7023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8875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6441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405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347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59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2385</Words>
  <Application>Microsoft Office PowerPoint</Application>
  <PresentationFormat>شاشة عريضة</PresentationFormat>
  <Paragraphs>157</Paragraphs>
  <Slides>33</Slides>
  <Notes>33</Notes>
  <HiddenSlides>0</HiddenSlides>
  <MMClips>9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33</vt:i4>
      </vt:variant>
    </vt:vector>
  </HeadingPairs>
  <TitlesOfParts>
    <vt:vector size="37" baseType="lpstr">
      <vt:lpstr>Arial</vt:lpstr>
      <vt:lpstr>Cairo</vt:lpstr>
      <vt:lpstr>Cairo Black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المصمك الذكي · سيف 2026</dc:title>
  <dc:subject>PptxGenJS Presentation</dc:subject>
  <dc:creator>فريق al arqam innovators · مدارس الأرقم</dc:creator>
  <cp:lastModifiedBy>user</cp:lastModifiedBy>
  <cp:revision>2</cp:revision>
  <dcterms:created xsi:type="dcterms:W3CDTF">2026-10-10T16:35:02Z</dcterms:created>
  <dcterms:modified xsi:type="dcterms:W3CDTF">2026-10-10T16:35:21Z</dcterms:modified>
</cp:coreProperties>
</file>