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تُعرض أولًا أمام المحكّمين وتعمل وحدها بصوت الراوي (في البوربوينت فيديو يبدأ تلقائيًا؛ وفي المنصة اضغط 🔊 الراوي). الفصل ٠: الزائر على كرسي LEGO، الكاميرا ترحّب به، عيناه تديران القصر يمينًا ويسارًا مع موجة الضوء، يثبّت نظره فتظهر لغة الإشارة والسرد الصوتي معًا، والرمشة والحارس يوقفان المنصة. ثم محطة الأمان: (١) لهب فقط: القائد يطفئ ويعود للخلف. (٢) غاز فقط: القائد يعطي الروبوت الثاني الإذن. (٣) لهب وغاز: القائد للهب والثاني للغاز + تيليجرام. (٤) النار أكبر: «نحتاج دعمًا»، ورجل الدفاع المدني يقود الروبوتين ٣ و٤ بيده حتى «المتحف آمن». اتركه يعمل كاملًا ثم ابدأ الشرح.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بلا راوٍ: يعرّف كل طالب بنفسه بصوته في جملة واحدة.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الطلاب المشروع أمام اللجنة.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41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3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488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6025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1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المصمك الذكي · سيف 2026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