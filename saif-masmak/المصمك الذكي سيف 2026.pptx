
<file path=[Content_Types].xml><?xml version="1.0" encoding="utf-8"?>
<Types xmlns="http://schemas.openxmlformats.org/package/2006/content-types">
  <Default Extension="mp4" ContentType="video/mp4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2.jpg" ContentType="image/jpg"/>
  <Override PartName="/ppt/notesMasters/notesMaster1.xml" ContentType="application/vnd.openxmlformats-officedocument.presentationml.notesMaster+xml"/>
  <Override PartName="/ppt/notesSlides/notesSlide2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3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rtl="1" saveSubsetFonts="1" autoCompressPictures="0">
  <p:sldMasterIdLst>
    <p:sldMasterId id="2147483648" r:id="rId1"/>
  </p:sldMasterIdLst>
  <p:notesMasterIdLst>
    <p:notesMasterId r:id="rId35"/>
  </p:notesMasterIdLst>
  <p:sldIdLst>
    <p:sldId id="290" r:id="rId41"/>
    <p:sldId id="291" r:id="rId42"/>
    <p:sldId id="292" r:id="rId43"/>
    <p:sldId id="293" r:id="rId44"/>
    <p:sldId id="257" r:id="rId3"/>
    <p:sldId id="294" r:id="rId45"/>
    <p:sldId id="295" r:id="rId46"/>
    <p:sldId id="296" r:id="rId47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3" Type="http://schemas.openxmlformats.org/officeDocument/2006/relationships/slide" Target="slides/slide3.xml"/><Relationship Id="rId35" Type="http://schemas.openxmlformats.org/officeDocument/2006/relationships/notesMaster" Target="notesMasters/notesMaster1.xml"/><Relationship Id="rId36" Type="http://schemas.openxmlformats.org/officeDocument/2006/relationships/presProps" Target="presProps.xml"/><Relationship Id="rId37" Type="http://schemas.openxmlformats.org/officeDocument/2006/relationships/viewProps" Target="viewProps.xml"/><Relationship Id="rId38" Type="http://schemas.openxmlformats.org/officeDocument/2006/relationships/theme" Target="theme/theme1.xml"/><Relationship Id="rId39" Type="http://schemas.openxmlformats.org/officeDocument/2006/relationships/tableStyles" Target="tableStyles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26780691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p/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تُعرض أولًا أمام المحكّمين وتعمل وحدها بصوت الراوي (في البوربوينت فيديو يبدأ تلقائيًا؛ وفي المنصة اضغط 🔊 الراوي). الفصل ٠: الزائر على كرسي LEGO، الكاميرا ترحّب به، عيناه تديران القصر يمينًا ويسارًا مع موجة الضوء، يثبّت نظره فتظهر لغة الإشارة والسرد الصوتي معًا، والرمشة والحارس يوقفان المنصة. ثم محطة الأمان: (١) لهب فقط: القائد يطفئ ويعود للخلف. (٢) غاز فقط: القائد يعطي الروبوت الثاني الإذن. (٣) لهب وغاز: القائد للهب والثاني للغاز + تيليجرام. (٤) النار أكبر: «نحتاج دعمًا»، ورجل الدفاع المدني يقود الروبوتين ٣ و٤ بيده حتى «المتحف آمن». اتركه يعمل كاملًا ثم ابدأ الشرح.
🎬 فيديو بصوت الراوي يبدأ وحده عند فتح الشريحة.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بلا راوٍ: يعرّف كل طالب بنفسه بصوته في جملة واحدة.</a:t>
            </a:r>
          </a:p>
        </p:txBody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بعد هذه الشريحة يشغّل الطلاب المشروع أمام اللجنة.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3.xml.rels><?xml version='1.0' encoding='UTF-8' standalone='yes'?>
<Relationships xmlns="http://schemas.openxmlformats.org/package/2006/relationships"><Relationship Id="rId1" Type="http://schemas.microsoft.com/office/2007/relationships/media" Target="../media/media1.mp4"/><Relationship Id="rId2" Type="http://schemas.openxmlformats.org/officeDocument/2006/relationships/video" Target="../media/media1.mp4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Relationship Id="rId5" Type="http://schemas.openxmlformats.org/officeDocument/2006/relationships/image" Target="../media/image2.jp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microsoft.com/office/2007/relationships/media" Target="../media/media10.mp4"/><Relationship Id="rId3" Type="http://schemas.openxmlformats.org/officeDocument/2006/relationships/video" Target="../media/media10.mp4"/><Relationship Id="rId4" Type="http://schemas.openxmlformats.org/officeDocument/2006/relationships/image" Target="../media/image97.png"/><Relationship Id="rId5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98.png"/><Relationship Id="rId3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microsoft.com/office/2007/relationships/media" Target="../media/media11.mp4"/><Relationship Id="rId3" Type="http://schemas.openxmlformats.org/officeDocument/2006/relationships/video" Target="../media/media11.mp4"/><Relationship Id="rId4" Type="http://schemas.openxmlformats.org/officeDocument/2006/relationships/image" Target="../media/image99.png"/><Relationship Id="rId5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microsoft.com/office/2007/relationships/media" Target="../media/media12.mp4"/><Relationship Id="rId3" Type="http://schemas.openxmlformats.org/officeDocument/2006/relationships/video" Target="../media/media12.mp4"/><Relationship Id="rId4" Type="http://schemas.openxmlformats.org/officeDocument/2006/relationships/image" Target="../media/image100.png"/><Relationship Id="rId5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microsoft.com/office/2007/relationships/media" Target="../media/media13.mp4"/><Relationship Id="rId3" Type="http://schemas.openxmlformats.org/officeDocument/2006/relationships/video" Target="../media/media13.mp4"/><Relationship Id="rId4" Type="http://schemas.openxmlformats.org/officeDocument/2006/relationships/image" Target="../media/image101.png"/><Relationship Id="rId5" Type="http://schemas.openxmlformats.org/officeDocument/2006/relationships/notesSlide" Target="../notesSlides/notesSlide39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microsoft.com/office/2007/relationships/media" Target="../media/media14.mp4"/><Relationship Id="rId3" Type="http://schemas.openxmlformats.org/officeDocument/2006/relationships/video" Target="../media/media14.mp4"/><Relationship Id="rId4" Type="http://schemas.openxmlformats.org/officeDocument/2006/relationships/image" Target="../media/image102.png"/><Relationship Id="rId5" Type="http://schemas.openxmlformats.org/officeDocument/2006/relationships/notesSlide" Target="../notesSlides/notesSlide40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microsoft.com/office/2007/relationships/media" Target="../media/media15.mp4"/><Relationship Id="rId3" Type="http://schemas.openxmlformats.org/officeDocument/2006/relationships/video" Target="../media/media15.mp4"/><Relationship Id="rId4" Type="http://schemas.openxmlformats.org/officeDocument/2006/relationships/image" Target="../media/image103.png"/><Relationship Id="rId5" Type="http://schemas.openxmlformats.org/officeDocument/2006/relationships/notesSlide" Target="../notesSlides/notesSlide41.xml"/></Relationships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user\projects\younes-training\masmak-judges\.pptx-cache\s2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4" name="video-1">
            <a:hlinkClick r:id="" action="ppaction://media"/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 advClick="1" advTm="2437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" fill="hold"/>
                                        <p:tgtEl>
                                          <p:spTgt spid="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Image 0" descr="C:\Users\user\projects\younes-training\masmak-judges\.pptx-cache\s2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4" name="video-1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 advClick="1" advTm="14888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" fill="hold"/>
                                        <p:tgtEl>
                                          <p:spTgt spid="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1-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Image 0" descr="C:\Users\user\projects\younes-training\masmak-judges\.pptx-cache\s2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4" name="video-1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 advClick="1" advTm="31936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" fill="hold"/>
                                        <p:tgtEl>
                                          <p:spTgt spid="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Image 0" descr="C:\Users\user\projects\younes-training\masmak-judges\.pptx-cache\s2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4" name="video-1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 advClick="1" advTm="36025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" fill="hold"/>
                                        <p:tgtEl>
                                          <p:spTgt spid="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Image 0" descr="C:\Users\user\projects\younes-training\masmak-judges\.pptx-cache\s2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4" name="video-1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 advClick="1" advTm="3711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" fill="hold"/>
                                        <p:tgtEl>
                                          <p:spTgt spid="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Image 0" descr="C:\Users\user\projects\younes-training\masmak-judges\.pptx-cache\s2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4" name="video-1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 advClick="1" advTm="13472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" fill="hold"/>
                                        <p:tgtEl>
                                          <p:spTgt spid="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Image 0" descr="C:\Users\user\projects\younes-training\masmak-judges\.pptx-cache\s2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4" name="video-1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 advClick="1" advTm="5936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" fill="hold"/>
                                        <p:tgtEl>
                                          <p:spTgt spid="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نسق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2385</Words>
  <Application>Microsoft Office PowerPoint</Application>
  <PresentationFormat>شاشة عريضة</PresentationFormat>
  <Paragraphs>157</Paragraphs>
  <Slides>33</Slides>
  <Notes>33</Notes>
  <HiddenSlides>0</HiddenSlides>
  <MMClips>9</MMClips>
  <ScaleCrop>false</ScaleCrop>
  <HeadingPairs>
    <vt:vector size="6" baseType="variant">
      <vt:variant>
        <vt:lpstr>الخطوط المستخدمة</vt:lpstr>
      </vt:variant>
      <vt:variant>
        <vt:i4>3</vt:i4>
      </vt:variant>
      <vt:variant>
        <vt:lpstr>نسق</vt:lpstr>
      </vt:variant>
      <vt:variant>
        <vt:i4>1</vt:i4>
      </vt:variant>
      <vt:variant>
        <vt:lpstr>عناوين الشرائح</vt:lpstr>
      </vt:variant>
      <vt:variant>
        <vt:i4>33</vt:i4>
      </vt:variant>
    </vt:vector>
  </HeadingPairs>
  <TitlesOfParts>
    <vt:vector size="37" baseType="lpstr">
      <vt:lpstr>Arial</vt:lpstr>
      <vt:lpstr>Cairo</vt:lpstr>
      <vt:lpstr>Cairo Black</vt:lpstr>
      <vt:lpstr>Office Theme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المصمك الذكي · سيف 2026</dc:title>
  <dc:subject>PptxGenJS Presentation</dc:subject>
  <dc:creator>فريق al arqam innovators · مدارس الأرقم</dc:creator>
  <cp:lastModifiedBy>user</cp:lastModifiedBy>
  <cp:revision>2</cp:revision>
  <dcterms:created xsi:type="dcterms:W3CDTF">2026-10-10T16:35:02Z</dcterms:created>
  <dcterms:modified xsi:type="dcterms:W3CDTF">2026-10-10T16:35:21Z</dcterms:modified>
</cp:coreProperties>
</file>