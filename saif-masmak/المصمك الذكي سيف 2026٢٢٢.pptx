
<file path=[Content_Types].xml><?xml version="1.0" encoding="utf-8"?>
<Types xmlns="http://schemas.openxmlformats.org/package/2006/content-types"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10"/>
  </p:notesMasterIdLst>
  <p:sldIdLst>
    <p:sldId id="290" r:id="rId2"/>
    <p:sldId id="291" r:id="rId3"/>
    <p:sldId id="292" r:id="rId4"/>
    <p:sldId id="293" r:id="rId5"/>
    <p:sldId id="257" r:id="rId6"/>
    <p:sldId id="294" r:id="rId7"/>
    <p:sldId id="295" r:id="rId8"/>
    <p:sldId id="296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29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5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7806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بلا راوٍ: يعرّف كل طالب بنفسه بصوته في جملة واحدة.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تُعرض أولًا أمام المحكّمين وتعمل وحدها بصوت الراوي (في البوربوينت فيديو يبدأ تلقائيًا؛ وفي المنصة اضغط 🔊 الراوي). الفصل ٠: الزائر على كرسي LEGO، الكاميرا ترحّب به، عيناه تديران القصر يمينًا ويسارًا مع موجة الضوء، يثبّت نظره فتظهر لغة الإشارة والسرد الصوتي معًا، والرمشة والحارس يوقفان المنصة. ثم محطة الأمان: (١) لهب فقط: القائد يطفئ ويعود للخلف. (٢) غاز فقط: القائد يعطي الروبوت الثاني الإذن. (٣) لهب وغاز: القائد للهب والثاني للغاز + تيليجرام. (٤) النار أكبر: «نحتاج دعمًا»، ورجل الدفاع المدني يقود الروبوتين ٣ و٤ بيده حتى «المتحف آمن». اتركه يعمل كاملًا ثم ابدأ الشرح.
🎬 فيديو بصوت الراوي يبدأ وحده عند فتح الشريحة.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بعد هذه الشريحة يشغّل الطلاب المشروع أمام اللجنة.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5" Type="http://schemas.openxmlformats.org/officeDocument/2006/relationships/image" Target="../media/image5.jp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masmak-judges\.pptx-cache\s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video-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Tm="14888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masmak-judges\.pptx-cache\s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video-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Tm="31936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masmak-judges\.pptx-cache\s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video-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Tm="36025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masmak-judges\.pptx-cache\s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video-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Tm="2541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masmak-judges\.pptx-cache\s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video-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Tm="3711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masmak-judges\.pptx-cache\s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video-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Tm="13472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masmak-judges\.pptx-cache\s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video-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Tm="5936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</Words>
  <Application>Microsoft Macintosh PowerPoint</Application>
  <PresentationFormat>شاشة عريضة</PresentationFormat>
  <Paragraphs>4</Paragraphs>
  <Slides>8</Slides>
  <Notes>8</Notes>
  <HiddenSlides>0</HiddenSlides>
  <MMClips>7</MMClips>
  <ScaleCrop>false</ScaleCrop>
  <HeadingPairs>
    <vt:vector size="6" baseType="variant">
      <vt:variant>
        <vt:lpstr>الخطوط المستخدمة</vt:lpstr>
      </vt:variant>
      <vt:variant>
        <vt:i4>1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المصمك الذكي · سيف 2026</dc:title>
  <dc:subject>PptxGenJS Presentation</dc:subject>
  <dc:creator>فريق al arqam innovators · مدارس الأرقم</dc:creator>
  <cp:lastModifiedBy>mohamed zaytoon303</cp:lastModifiedBy>
  <cp:revision>2</cp:revision>
  <dcterms:created xsi:type="dcterms:W3CDTF">2026-10-10T16:35:02Z</dcterms:created>
  <dcterms:modified xsi:type="dcterms:W3CDTF">2026-10-20T02:56:47Z</dcterms:modified>
</cp:coreProperties>
</file>