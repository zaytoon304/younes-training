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0"/>
  </p:notesMasterIdLst>
  <p:sldIdLst>
    <p:sldId id="290" r:id="rId2"/>
    <p:sldId id="291" r:id="rId3"/>
    <p:sldId id="292" r:id="rId4"/>
    <p:sldId id="293" r:id="rId5"/>
    <p:sldId id="257" r:id="rId6"/>
    <p:sldId id="294" r:id="rId7"/>
    <p:sldId id="295" r:id="rId8"/>
    <p:sldId id="29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80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بلا راوٍ: يعرّف كل طالب بنفسه بصوته في جملة واحدة.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تُعرض أولًا أمام المحكّمين وتعمل وحدها بصوت الراوي (في البوربوينت فيديو يبدأ تلقائيًا؛ وفي المنصة اضغط 🔊 الراوي). الفصل ٠: الزائر على كرسي LEGO، الكاميرا ترحّب به، عيناه تديران القصر يمينًا ويسارًا مع موجة الضوء، يثبّت نظره فتظهر لغة الإشارة والسرد الصوتي معًا، والرمشة والحارس يوقفان المنصة. ثم محطة الأمان: (١) لهب فقط: القائد يطفئ ويعود للخلف. (٢) غاز فقط: القائد يعطي الروبوت الثاني الإذن. (٣) لهب وغاز: القائد للهب والثاني للغاز + تيليجرام. (٤) النار أكبر: «نحتاج دعمًا»، ورجل الدفاع المدني يقود الروبوتين ٣ و٤ بيده حتى «المتحف آمن». اتركه يعمل كاملًا ثم ابدأ الشرح.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بعد هذه الشريحة يشغّل الطلاب المشروع أمام اللجنة.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488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1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602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23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71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34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5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160</Words>
  <Application>Microsoft Macintosh PowerPoint</Application>
  <PresentationFormat>شاشة عريضة</PresentationFormat>
  <Paragraphs>4</Paragraphs>
  <Slides>8</Slides>
  <Notes>8</Notes>
  <HiddenSlides>0</HiddenSlides>
  <MMClips>7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المصمك الذكي · سيف 2026</dc:title>
  <dc:subject>PptxGenJS Presentation</dc:subject>
  <dc:creator>فريق al arqam innovators · مدارس الأرقم</dc:creator>
  <cp:lastModifiedBy>mohamed zaytoon303</cp:lastModifiedBy>
  <cp:revision>2</cp:revision>
  <dcterms:created xsi:type="dcterms:W3CDTF">2026-10-10T16:35:02Z</dcterms:created>
  <dcterms:modified xsi:type="dcterms:W3CDTF">2026-10-19T14:16:31Z</dcterms:modified>
</cp:coreProperties>
</file>