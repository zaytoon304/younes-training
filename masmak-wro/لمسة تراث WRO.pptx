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jpg" ContentType="image/jpg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notesMasterIdLst>
    <p:notesMasterId r:id="rId35"/>
  </p:notesMasterIdLst>
  <p:sldIdLst>
    <p:sldId id="290" r:id="rId41"/>
    <p:sldId id="289" r:id="rId40"/>
    <p:sldId id="291" r:id="rId42"/>
    <p:sldId id="292" r:id="rId43"/>
    <p:sldId id="257" r:id="rId3"/>
    <p:sldId id="293" r:id="rId44"/>
    <p:sldId id="294" r:id="rId4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slide" Target="slides/slide3.xml"/><Relationship Id="rId35" Type="http://schemas.openxmlformats.org/officeDocument/2006/relationships/notesMaster" Target="notesMasters/notesMaster1.xml"/><Relationship Id="rId36" Type="http://schemas.openxmlformats.org/officeDocument/2006/relationships/presProps" Target="presProps.xml"/><Relationship Id="rId37" Type="http://schemas.openxmlformats.org/officeDocument/2006/relationships/viewProps" Target="viewProps.xml"/><Relationship Id="rId38" Type="http://schemas.openxmlformats.org/officeDocument/2006/relationships/theme" Target="theme/theme1.xml"/><Relationship Id="rId39" Type="http://schemas.openxmlformats.org/officeDocument/2006/relationships/tableStyles" Target="tableStyles.xml"/><Relationship Id="rId40" Type="http://schemas.openxmlformats.org/officeDocument/2006/relationships/slide" Target="slides/slide2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7806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تُعرض أولًا أمام المحكّمين وتعمل وحدها بصوت الراوي (في البوربوينت فيديو يبدأ تلقائيًا؛ وفي المنصة اضغط 🔊 الراوي). الفصل ٠: الزائر على كرسي LEGO، الكاميرا ترحّب به، عيناه تديران القصر يمينًا ويسارًا مع موجة الضوء، يثبّت نظره فتظهر لغة الإشارة والسرد الصوتي معًا، والرمشة والحارس يوقفان المنصة. ثم محطة الأمان: (١) لهب فقط: القائد يطفئ ويعود للخلف. (٢) غاز فقط: القائد يعطي الروبوت الثاني الإذن. (٣) لهب وغاز: القائد للهب والثاني للغاز + تيليجرام. (٤) النار أكبر: «نحتاج دعمًا»، ورجل الدفاع المدني يقود الروبوتين ٣ و٤ بيده حتى «المتحف آمن». اتركه يعمل كاملًا ثم ابدأ الشرح.
🎬 فيديو بصوت الراوي يبدأ وحده عند فتح الشريحة.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يعرّف كل طالب بنفسه في جملة واحدة: اسمه، والجزء الذي بناه في المشروع.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يعمل صوت الراوي وحده: ترحيب باللجنة واسم المشروع.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لاحظ الفريق بالزيارات الميدانية والنقاش مع أشخاص من ذوي الإعاقة أن المواقع التراثية نادرًا ما تُصمم للجميع. والحاجة ليست ثلاثة حلول منفصلة، بل حل واحد ذكي.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الحركية: لا أزرار تحتاج قوة أو دقة. السمعية: فيديو لغة الإشارة. البصرية: الشرح الصوتي. هذا التصميم الموحّد ما يميز المشروع عن الحلول التقليدية التي تعامل كل إعاقة وحدها.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لجان التحكيم تحب هذا الجدول أكثر من قائمة الميزات: يُظهر أن الفريق بنى فعلًا، وأخطأ، وفهم، وأصلح.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بعد هذه الشريحة يشغّل الطالبان المشروع أمام اللجنة دون شرح: الشرح سبقه في العرض.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6.jpg"/><Relationship Id="rId3" Type="http://schemas.openxmlformats.org/officeDocument/2006/relationships/notesSlide" Target="../notesSlides/notesSlide34.xml"/></Relationships>
</file>

<file path=ppt/slides/_rels/slide3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Relationship Id="rId5" Type="http://schemas.openxmlformats.org/officeDocument/2006/relationships/image" Target="../media/image2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microsoft.com/office/2007/relationships/media" Target="../media/media10.mp4"/><Relationship Id="rId3" Type="http://schemas.openxmlformats.org/officeDocument/2006/relationships/video" Target="../media/media10.mp4"/><Relationship Id="rId4" Type="http://schemas.openxmlformats.org/officeDocument/2006/relationships/image" Target="../media/image97.png"/><Relationship Id="rId5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microsoft.com/office/2007/relationships/media" Target="../media/media11.mp4"/><Relationship Id="rId3" Type="http://schemas.openxmlformats.org/officeDocument/2006/relationships/video" Target="../media/media11.mp4"/><Relationship Id="rId4" Type="http://schemas.openxmlformats.org/officeDocument/2006/relationships/image" Target="../media/image98.png"/><Relationship Id="rId5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microsoft.com/office/2007/relationships/media" Target="../media/media12.mp4"/><Relationship Id="rId3" Type="http://schemas.openxmlformats.org/officeDocument/2006/relationships/video" Target="../media/media12.mp4"/><Relationship Id="rId4" Type="http://schemas.openxmlformats.org/officeDocument/2006/relationships/image" Target="../media/image99.png"/><Relationship Id="rId5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microsoft.com/office/2007/relationships/media" Target="../media/media13.mp4"/><Relationship Id="rId3" Type="http://schemas.openxmlformats.org/officeDocument/2006/relationships/video" Target="../media/media13.mp4"/><Relationship Id="rId4" Type="http://schemas.openxmlformats.org/officeDocument/2006/relationships/image" Target="../media/image100.png"/><Relationship Id="rId5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microsoft.com/office/2007/relationships/media" Target="../media/media14.mp4"/><Relationship Id="rId3" Type="http://schemas.openxmlformats.org/officeDocument/2006/relationships/video" Target="../media/media14.mp4"/><Relationship Id="rId4" Type="http://schemas.openxmlformats.org/officeDocument/2006/relationships/image" Target="../media/image101.png"/><Relationship Id="rId5" Type="http://schemas.openxmlformats.org/officeDocument/2006/relationships/notesSlide" Target="../notesSlides/notesSlide39.xml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age 0" descr="s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user\projects\younes-training\masmak-judges\.pptx-cache\s2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video-1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advClick="1" advTm="1958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age 0" descr="C:\Users\user\projects\younes-training\masmak-judges\.pptx-cache\s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video-1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advClick="1" advTm="13064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age 0" descr="C:\Users\user\projects\younes-training\masmak-judges\.pptx-cache\s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video-1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advClick="1" advTm="23594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age 0" descr="C:\Users\user\projects\younes-training\masmak-judges\.pptx-cache\s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video-1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advClick="1" advTm="17864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age 0" descr="C:\Users\user\projects\younes-training\masmak-judges\.pptx-cache\s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video-1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advClick="1" advTm="57245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age 0" descr="C:\Users\user\projects\younes-training\masmak-judges\.pptx-cache\s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video-1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  <p:transition spd="med" advClick="1" advTm="5936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2385</Words>
  <Application>Microsoft Office PowerPoint</Application>
  <PresentationFormat>شاشة عريضة</PresentationFormat>
  <Paragraphs>157</Paragraphs>
  <Slides>33</Slides>
  <Notes>33</Notes>
  <HiddenSlides>0</HiddenSlides>
  <MMClips>9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33</vt:i4>
      </vt:variant>
    </vt:vector>
  </HeadingPairs>
  <TitlesOfParts>
    <vt:vector size="37" baseType="lpstr">
      <vt:lpstr>Arial</vt:lpstr>
      <vt:lpstr>Cairo</vt:lpstr>
      <vt:lpstr>Cairo Black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لمسة تراث WRO</dc:title>
  <dc:subject>PptxGenJS Presentation</dc:subject>
  <dc:creator>فريق al arqam innovators · مدارس الأرقم</dc:creator>
  <cp:lastModifiedBy>user</cp:lastModifiedBy>
  <cp:revision>2</cp:revision>
  <dcterms:created xsi:type="dcterms:W3CDTF">2026-10-10T16:35:02Z</dcterms:created>
  <dcterms:modified xsi:type="dcterms:W3CDTF">2026-10-10T16:35:21Z</dcterms:modified>
</cp:coreProperties>
</file>