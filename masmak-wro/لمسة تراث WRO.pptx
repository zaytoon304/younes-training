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89" r:id="rId40"/>
    <p:sldId id="291" r:id="rId42"/>
    <p:sldId id="292" r:id="rId43"/>
    <p:sldId id="257" r:id="rId3"/>
    <p:sldId id="293" r:id="rId44"/>
    <p:sldId id="294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2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يعرّف كل طالب بنفسه في جملة واحدة: اسمه، والجزء الذي بناه في المشروع.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يعمل صوت الراوي وحده: ترحيب باللجنة واسم المشروع.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لاحظ الفريق بالزيارات الميدانية والنقاش مع أشخاص من ذوي الإعاقة أن المواقع التراثية نادرًا ما تُصمم للجميع. والحاجة ليست ثلاثة حلول منفصلة، بل حل واحد ذكي.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الحركية: لا أزرار تحتاج قوة أو دقة. السمعية: فيديو لغة الإشارة. البصرية: الشرح الصوتي. هذا التصميم الموحّد ما يميز المشروع عن الحلول التقليدية التي تعامل كل إعاقة وحدها.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لجان التحكيم تحب هذا الجدول أكثر من قائمة الميزات: يُظهر أن الفريق بنى فعلًا، وأخطأ، وفهم، وأصلح.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الطالبان المشروع أمام اللجنة دون شرح: الشرح سبقه في العرض.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6.jpg"/><Relationship Id="rId3" Type="http://schemas.openxmlformats.org/officeDocument/2006/relationships/notesSlide" Target="../notesSlides/notesSlide34.xml"/></Relationships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8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958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06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359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786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724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لمسة تراث WRO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